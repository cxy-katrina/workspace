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7d850f4b72408f" /><Relationship Type="http://schemas.openxmlformats.org/officeDocument/2006/relationships/extended-properties" Target="/docProps/app.xml" Id="R49935cf385794bb5" /><Relationship Type="http://schemas.openxmlformats.org/officeDocument/2006/relationships/officeDocument" Target="/ppt/presentation.xml" Id="Rd522475ff72b4e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673053af5140d7"/>
  </p:sldMasterIdLst>
  <p:notesMasterIdLst>
    <p:notesMasterId xmlns:r="http://schemas.openxmlformats.org/officeDocument/2006/relationships" r:id="Re531b39864814c84"/>
  </p:notesMasterIdLst>
  <p:sldIdLst>
    <p:sldId xmlns:r="http://schemas.openxmlformats.org/officeDocument/2006/relationships" id="256" r:id="R71714f377c634b5d"/>
    <p:sldId xmlns:r="http://schemas.openxmlformats.org/officeDocument/2006/relationships" id="257" r:id="R49dde6e6047649b1"/>
  </p:sldIdLst>
  <p:sldSz cx="14801850" cy="7143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ad5420615242c2" /><Relationship Type="http://schemas.openxmlformats.org/officeDocument/2006/relationships/slideMaster" Target="/ppt/slideMasters/slideMaster1.xml" Id="R9e673053af5140d7" /><Relationship Type="http://schemas.openxmlformats.org/officeDocument/2006/relationships/notesMaster" Target="/ppt/notesMasters/notesMaster1.xml" Id="Re531b39864814c84" /><Relationship Type="http://schemas.openxmlformats.org/officeDocument/2006/relationships/presProps" Target="/ppt/presProps.xml" Id="Re33d15a1458048cb" /><Relationship Type="http://schemas.openxmlformats.org/officeDocument/2006/relationships/tableStyles" Target="/ppt/tableStyles.xml" Id="Rddaa1d4df8db4114" /><Relationship Type="http://schemas.openxmlformats.org/officeDocument/2006/relationships/slide" Target="/ppt/slides/slide1.xml" Id="R71714f377c634b5d" /><Relationship Type="http://schemas.openxmlformats.org/officeDocument/2006/relationships/slide" Target="/ppt/slides/slide2.xml" Id="R49dde6e6047649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b46459f0f548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658ac4c1e04a76" /><Relationship Type="http://schemas.openxmlformats.org/officeDocument/2006/relationships/notesMaster" Target="/ppt/notesMasters/notesMaster1.xml" Id="Rb7bbbcb1f9424e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c6b2a53e124d22" /><Relationship Type="http://schemas.openxmlformats.org/officeDocument/2006/relationships/notesMaster" Target="/ppt/notesMasters/notesMaster1.xml" Id="R1e24ddd6f5ee40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PagedAttention 教学示意。每块可存 4 个 token 的 KV 缓存。请求 A、B、C 当前分别需要存储 5、4、3 个 token 的 KV。连续预留方案为每个请求预留 3 块，共占用 9 块。分页方案为 A 分配 2 块，为 B、C 各分配 1 块，共占用 4 块，另有 5 块空闲。A 的逻辑块 A1、A2 分别映射到物理块 #2、#7，因此物理位置无需连续。A2、C1 仍有块内未使用空间。本例用于说明分配原理，不代表所有系统的固定参数或性能收益。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视觉与文字参考：用户提供的图示。</a:t>
            </a:r>
          </a:p>
          <a:p xmlns:a="http://schemas.openxmlformats.org/drawingml/2006/main">
            <a:r>
              <a:t>技术背景：https://vllm.ai/blog/2023-06-20-vllm</a:t>
            </a:r>
          </a:p>
          <a:p xmlns:a="http://schemas.openxmlformats.org/drawingml/2006/main">
            <a:r>
              <a:t>原始论文：https://arxiv.org/abs/2309.06180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Continuous batching（连续批处理）教学示意。常规自回归解码通常在每轮为每个参与的请求生成一个 token。为便于比较，图中假设最多同时处理 3 个请求，六个请求都已就绪，A、B、C、D、E、F 分别还需 2、4、6、3、2、1 轮。静态批处理先处理 A、B、C，再处理 D、E、F，共需 9 轮。连续批处理在轮次边界调整参与的请求：第 3 轮 D 接替 A，第 5 轮 E 接替 B，第 6 轮 F 接替 D，共需 6 轮。横排的名额是调度示意，不对应独立 GPU 核心。本例忽略输入处理、调度开销和不同 batch 大小时每轮耗时的差异，所以不能据此断言现实服务有固定倍数的速度提升。接纳新请求仍受显存及调度预算限制。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意义：完成的请求及时退出，让等待的请求有机会补入后续计算，提高并行能力利用率和吞吐量。单个请求的延迟仍取决于工作负载。PagedAttention 提高缓存空间利用效率，continuous batching 提高请求调度效率，二者可以配合使用。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来源：https://www.usenix.org/conference/osdi22/presentation/yu</a:t>
            </a:r>
          </a:p>
          <a:p xmlns:a="http://schemas.openxmlformats.org/drawingml/2006/main">
            <a:r>
              <a:t>设计与示例来自本次对话中的 continuous batching 图示。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52bf585ed47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91bfea29bd4c17" /><Relationship Type="http://schemas.openxmlformats.org/officeDocument/2006/relationships/slideLayout" Target="/ppt/slideLayouts/slideLayout1.xml" Id="R1c7c90e05c1444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7c90e05c1444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32242e26f409b" /><Relationship Type="http://schemas.openxmlformats.org/officeDocument/2006/relationships/notesSlide" Target="/ppt/notesSlides/notesSlide1.xml" Id="R2bc1f0592fd049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bbf19d37c494e" /><Relationship Type="http://schemas.openxmlformats.org/officeDocument/2006/relationships/notesSlide" Target="/ppt/notesSlides/notesSlide2.xml" Id="Re89d10a7d89743cc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4801850" cy="7143750"/>
          <a:chOff x="0" y="0"/>
          <a:chExt cx="14801850" cy="7143750"/>
        </a:xfrm>
      </p:grpSpPr>
      <p:sp>
        <p:nvSpPr>
          <p:cNvPr id="186" name="连续预留-标题">
            <a:extLst>
              <a:ext uri="{FF2B5EF4-FFF2-40B4-BE49-F238E27FC236}">
                <ns2:creationId id="{C4D02E9B-8AEC-43C3-BEFF-74AC80DCD1F4}"/>
              </a:ext>
            </a:extLst>
          </p:cNvPr>
          <p:cNvSpPr>
            <a:spLocks noGrp="1"/>
          </p:cNvSpPr>
          <p:nvPr/>
        </p:nvSpPr>
        <p:spPr>
          <a:xfrm>
            <a:off x="285750" y="123825"/>
            <a:ext cx="12573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buNone/>
              <a:defRPr sz="21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连续预留</a:t>
            </a:r>
          </a:p>
        </p:txBody>
      </p:sp>
      <p:sp>
        <p:nvSpPr>
          <p:cNvPr id="2" name="连续预留-说明">
            <a:extLst>
              <a:ext uri="{FF2B5EF4-FFF2-40B4-BE49-F238E27FC236}">
                <ns2:creationId id="{77FEFD7E-131F-4480-B5E7-3BB580A67231}"/>
              </a:ext>
            </a:extLst>
          </p:cNvPr>
          <p:cNvSpPr>
            <a:spLocks noGrp="1"/>
          </p:cNvSpPr>
          <p:nvPr/>
        </p:nvSpPr>
        <p:spPr>
          <a:xfrm>
            <a:off x="1685925" y="142875"/>
            <a:ext cx="6286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每个请求预留 3 块；共占用 9 块</a:t>
            </a:r>
          </a:p>
        </p:txBody>
      </p:sp>
      <p:sp>
        <p:nvSpPr>
          <p:cNvPr id="3" name="连续预留-物理块1-背景">
            <a:extLst>
              <a:ext uri="{FF2B5EF4-FFF2-40B4-BE49-F238E27FC236}">
                <ns2:creationId id="{F0B8C0AD-C427-4BB5-B649-5DFC36B9CF60}"/>
              </a:ext>
            </a:extLst>
          </p:cNvPr>
          <p:cNvSpPr>
            <a:spLocks noGrp="1"/>
          </p:cNvSpPr>
          <p:nvPr/>
        </p:nvSpPr>
        <p:spPr>
          <a:xfrm>
            <a:off x="285750" y="704850"/>
            <a:ext cx="1419225" cy="1047750"/>
          </a:xfrm>
          <a:prstGeom prst="rect">
            <a:avLst/>
          </a:prstGeom>
          <a:solidFill>
            <a:srgbClr val="D5E1F5"/>
          </a:solidFill>
          <a:ln w="0">
            <a:noFill/>
          </a:ln>
        </p:spPr>
      </p:sp>
      <p:sp>
        <p:nvSpPr>
          <p:cNvPr id="4" name="连续预留-物理块1-标签">
            <a:extLst>
              <a:ext uri="{FF2B5EF4-FFF2-40B4-BE49-F238E27FC236}">
                <ns2:creationId id="{467A186B-59E6-49DE-98A7-333C959BD3CD}"/>
              </a:ext>
            </a:extLst>
          </p:cNvPr>
          <p:cNvSpPr>
            <a:spLocks noGrp="1"/>
          </p:cNvSpPr>
          <p:nvPr/>
        </p:nvSpPr>
        <p:spPr>
          <a:xfrm>
            <a:off x="304800" y="94297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  <p:sp>
        <p:nvSpPr>
          <p:cNvPr id="5" name="连续预留-物理块1-KV槽位1">
            <a:extLst>
              <a:ext uri="{FF2B5EF4-FFF2-40B4-BE49-F238E27FC236}">
                <ns2:creationId id="{ACBA2CF9-9506-4F78-9CB9-BA08F32F1467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257175" cy="114300"/>
          </a:xfrm>
          <a:prstGeom prst="rect">
            <a:avLst/>
          </a:prstGeom>
          <a:solidFill>
            <a:srgbClr val="2D65C5"/>
          </a:solidFill>
          <a:ln w="0">
            <a:noFill/>
          </a:ln>
        </p:spPr>
      </p:sp>
      <p:sp>
        <p:nvSpPr>
          <p:cNvPr id="6" name="连续预留-物理块1-KV槽位2">
            <a:extLst>
              <a:ext uri="{FF2B5EF4-FFF2-40B4-BE49-F238E27FC236}">
                <ns2:creationId id="{A8EF23B5-71AE-46DC-8894-4E9746799C5A}"/>
              </a:ext>
            </a:extLst>
          </p:cNvPr>
          <p:cNvSpPr>
            <a:spLocks noGrp="1"/>
          </p:cNvSpPr>
          <p:nvPr/>
        </p:nvSpPr>
        <p:spPr>
          <a:xfrm>
            <a:off x="714375" y="1485900"/>
            <a:ext cx="257175" cy="114300"/>
          </a:xfrm>
          <a:prstGeom prst="rect">
            <a:avLst/>
          </a:prstGeom>
          <a:solidFill>
            <a:srgbClr val="2D65C5"/>
          </a:solidFill>
          <a:ln w="0">
            <a:noFill/>
          </a:ln>
        </p:spPr>
      </p:sp>
      <p:sp>
        <p:nvSpPr>
          <p:cNvPr id="7" name="连续预留-物理块1-KV槽位3">
            <a:extLst>
              <a:ext uri="{FF2B5EF4-FFF2-40B4-BE49-F238E27FC236}">
                <ns2:creationId id="{90A74D18-F4B3-4A12-B618-C490FD010E7B}"/>
              </a:ext>
            </a:extLst>
          </p:cNvPr>
          <p:cNvSpPr>
            <a:spLocks noGrp="1"/>
          </p:cNvSpPr>
          <p:nvPr/>
        </p:nvSpPr>
        <p:spPr>
          <a:xfrm>
            <a:off x="1028700" y="1485900"/>
            <a:ext cx="257175" cy="114300"/>
          </a:xfrm>
          <a:prstGeom prst="rect">
            <a:avLst/>
          </a:prstGeom>
          <a:solidFill>
            <a:srgbClr val="2D65C5"/>
          </a:solidFill>
          <a:ln w="0">
            <a:noFill/>
          </a:ln>
        </p:spPr>
      </p:sp>
      <p:sp>
        <p:nvSpPr>
          <p:cNvPr id="8" name="连续预留-物理块1-KV槽位4">
            <a:extLst>
              <a:ext uri="{FF2B5EF4-FFF2-40B4-BE49-F238E27FC236}">
                <ns2:creationId id="{078283BA-C204-4DC1-BC1B-A255C2C3BACD}"/>
              </a:ext>
            </a:extLst>
          </p:cNvPr>
          <p:cNvSpPr>
            <a:spLocks noGrp="1"/>
          </p:cNvSpPr>
          <p:nvPr/>
        </p:nvSpPr>
        <p:spPr>
          <a:xfrm>
            <a:off x="1343025" y="1485900"/>
            <a:ext cx="257175" cy="114300"/>
          </a:xfrm>
          <a:prstGeom prst="rect">
            <a:avLst/>
          </a:prstGeom>
          <a:solidFill>
            <a:srgbClr val="2D65C5"/>
          </a:solidFill>
          <a:ln w="0">
            <a:noFill/>
          </a:ln>
        </p:spPr>
      </p:sp>
      <p:sp>
        <p:nvSpPr>
          <p:cNvPr id="9" name="连续预留-物理块1-编号">
            <a:extLst>
              <a:ext uri="{FF2B5EF4-FFF2-40B4-BE49-F238E27FC236}">
                <ns2:creationId id="{2CA066C5-55DB-4012-B3F9-5DAFA3081E60}"/>
              </a:ext>
            </a:extLst>
          </p:cNvPr>
          <p:cNvSpPr>
            <a:spLocks noGrp="1"/>
          </p:cNvSpPr>
          <p:nvPr/>
        </p:nvSpPr>
        <p:spPr>
          <a:xfrm>
            <a:off x="285750" y="183832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#1</a:t>
            </a:r>
          </a:p>
        </p:txBody>
      </p:sp>
      <p:sp>
        <p:nvSpPr>
          <p:cNvPr id="10" name="连续预留-物理块2-背景">
            <a:extLst>
              <a:ext uri="{FF2B5EF4-FFF2-40B4-BE49-F238E27FC236}">
                <ns2:creationId id="{7A81F03D-8DA7-4FBA-BBFE-48851E9D398D}"/>
              </a:ext>
            </a:extLst>
          </p:cNvPr>
          <p:cNvSpPr>
            <a:spLocks noGrp="1"/>
          </p:cNvSpPr>
          <p:nvPr/>
        </p:nvSpPr>
        <p:spPr>
          <a:xfrm>
            <a:off x="1861185" y="704850"/>
            <a:ext cx="1419225" cy="1047750"/>
          </a:xfrm>
          <a:prstGeom prst="rect">
            <a:avLst/>
          </a:prstGeom>
          <a:solidFill>
            <a:srgbClr val="D5E1F5"/>
          </a:solidFill>
          <a:ln w="0">
            <a:noFill/>
          </a:ln>
        </p:spPr>
      </p:sp>
      <p:sp>
        <p:nvSpPr>
          <p:cNvPr id="11" name="连续预留-物理块2-标签">
            <a:extLst>
              <a:ext uri="{FF2B5EF4-FFF2-40B4-BE49-F238E27FC236}">
                <ns2:creationId id="{375E7753-6C45-420F-A6AB-E5EB2B95B33F}"/>
              </a:ext>
            </a:extLst>
          </p:cNvPr>
          <p:cNvSpPr>
            <a:spLocks noGrp="1"/>
          </p:cNvSpPr>
          <p:nvPr/>
        </p:nvSpPr>
        <p:spPr>
          <a:xfrm>
            <a:off x="1880235" y="94297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  <p:sp>
        <p:nvSpPr>
          <p:cNvPr id="12" name="连续预留-物理块2-KV槽位1">
            <a:extLst>
              <a:ext uri="{FF2B5EF4-FFF2-40B4-BE49-F238E27FC236}">
                <ns2:creationId id="{2043F712-21BB-445C-A903-7E384E225D63}"/>
              </a:ext>
            </a:extLst>
          </p:cNvPr>
          <p:cNvSpPr>
            <a:spLocks noGrp="1"/>
          </p:cNvSpPr>
          <p:nvPr/>
        </p:nvSpPr>
        <p:spPr>
          <a:xfrm>
            <a:off x="1975485" y="1485900"/>
            <a:ext cx="257175" cy="114300"/>
          </a:xfrm>
          <a:prstGeom prst="rect">
            <a:avLst/>
          </a:prstGeom>
          <a:solidFill>
            <a:srgbClr val="2D65C5"/>
          </a:solidFill>
          <a:ln w="0">
            <a:noFill/>
          </a:ln>
        </p:spPr>
      </p:sp>
      <p:sp>
        <p:nvSpPr>
          <p:cNvPr id="13" name="连续预留-物理块2-KV槽位2">
            <a:extLst>
              <a:ext uri="{FF2B5EF4-FFF2-40B4-BE49-F238E27FC236}">
                <ns2:creationId id="{0817F246-D2B3-4B45-B3C7-0557E06A6CC1}"/>
              </a:ext>
            </a:extLst>
          </p:cNvPr>
          <p:cNvSpPr>
            <a:spLocks noGrp="1"/>
          </p:cNvSpPr>
          <p:nvPr/>
        </p:nvSpPr>
        <p:spPr>
          <a:xfrm>
            <a:off x="2289810" y="148590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4" name="连续预留-物理块2-KV槽位3">
            <a:extLst>
              <a:ext uri="{FF2B5EF4-FFF2-40B4-BE49-F238E27FC236}">
                <ns2:creationId id="{95B50DE8-5698-41DE-94ED-87F2F0D359DA}"/>
              </a:ext>
            </a:extLst>
          </p:cNvPr>
          <p:cNvSpPr>
            <a:spLocks noGrp="1"/>
          </p:cNvSpPr>
          <p:nvPr/>
        </p:nvSpPr>
        <p:spPr>
          <a:xfrm>
            <a:off x="2604135" y="148590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5" name="连续预留-物理块2-KV槽位4">
            <a:extLst>
              <a:ext uri="{FF2B5EF4-FFF2-40B4-BE49-F238E27FC236}">
                <ns2:creationId id="{626FDFDD-72AD-4F52-BB30-3F2FEB915C72}"/>
              </a:ext>
            </a:extLst>
          </p:cNvPr>
          <p:cNvSpPr>
            <a:spLocks noGrp="1"/>
          </p:cNvSpPr>
          <p:nvPr/>
        </p:nvSpPr>
        <p:spPr>
          <a:xfrm>
            <a:off x="2918460" y="148590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6" name="连续预留-物理块2-编号">
            <a:extLst>
              <a:ext uri="{FF2B5EF4-FFF2-40B4-BE49-F238E27FC236}">
                <ns2:creationId id="{7A947F8D-4E0B-49A8-B516-36FDCE96EE1D}"/>
              </a:ext>
            </a:extLst>
          </p:cNvPr>
          <p:cNvSpPr>
            <a:spLocks noGrp="1"/>
          </p:cNvSpPr>
          <p:nvPr/>
        </p:nvSpPr>
        <p:spPr>
          <a:xfrm>
            <a:off x="1861185" y="183832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#2</a:t>
            </a:r>
          </a:p>
        </p:txBody>
      </p:sp>
      <p:sp>
        <p:nvSpPr>
          <p:cNvPr id="17" name="连续预留-物理块3-背景">
            <a:extLst>
              <a:ext uri="{FF2B5EF4-FFF2-40B4-BE49-F238E27FC236}">
                <ns2:creationId id="{872151EC-5E64-4E02-B5DD-3F0853C1C95E}"/>
              </a:ext>
            </a:extLst>
          </p:cNvPr>
          <p:cNvSpPr>
            <a:spLocks noGrp="1"/>
          </p:cNvSpPr>
          <p:nvPr/>
        </p:nvSpPr>
        <p:spPr>
          <a:xfrm>
            <a:off x="3436620" y="704850"/>
            <a:ext cx="1419225" cy="1047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连续预留-物理块3-斜纹1">
            <a:extLst>
              <a:ext uri="{FF2B5EF4-FFF2-40B4-BE49-F238E27FC236}">
                <ns2:creationId id="{C598F34C-B4C0-44B7-8681-29FCC1632444}"/>
              </a:ext>
            </a:extLst>
          </p:cNvPr>
          <p:cNvSpPr>
            <a:spLocks noGrp="1"/>
          </p:cNvSpPr>
          <p:nvPr/>
        </p:nvSpPr>
        <p:spPr>
          <a:xfrm>
            <a:off x="3436620" y="704850"/>
            <a:ext cx="1419225" cy="1047750"/>
          </a:xfrm>
          <a:custGeom>
            <a:pathLst>
              <a:path w="1419225" h="1047750">
                <a:moveTo>
                  <a:pt x="0" y="161925"/>
                </a:moveTo>
                <a:lnTo>
                  <a:pt x="16192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19" name="连续预留-物理块3-斜纹2">
            <a:extLst>
              <a:ext uri="{FF2B5EF4-FFF2-40B4-BE49-F238E27FC236}">
                <ns2:creationId id="{6B41E4F4-98C9-4BBA-98BE-9E68BC4EC480}"/>
              </a:ext>
            </a:extLst>
          </p:cNvPr>
          <p:cNvSpPr>
            <a:spLocks noGrp="1"/>
          </p:cNvSpPr>
          <p:nvPr/>
        </p:nvSpPr>
        <p:spPr>
          <a:xfrm>
            <a:off x="3436620" y="704850"/>
            <a:ext cx="1419225" cy="1047750"/>
          </a:xfrm>
          <a:custGeom>
            <a:pathLst>
              <a:path w="1419225" h="1047750">
                <a:moveTo>
                  <a:pt x="0" y="485775"/>
                </a:moveTo>
                <a:lnTo>
                  <a:pt x="485775" y="0"/>
                </a:lnTo>
                <a:lnTo>
                  <a:pt x="323850" y="0"/>
                </a:lnTo>
                <a:lnTo>
                  <a:pt x="0" y="3238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0" name="连续预留-物理块3-斜纹3">
            <a:extLst>
              <a:ext uri="{FF2B5EF4-FFF2-40B4-BE49-F238E27FC236}">
                <ns2:creationId id="{85887A36-EC0F-4EC0-98D7-3EFDF3656D96}"/>
              </a:ext>
            </a:extLst>
          </p:cNvPr>
          <p:cNvSpPr>
            <a:spLocks noGrp="1"/>
          </p:cNvSpPr>
          <p:nvPr/>
        </p:nvSpPr>
        <p:spPr>
          <a:xfrm>
            <a:off x="3436620" y="704850"/>
            <a:ext cx="1419225" cy="1047750"/>
          </a:xfrm>
          <a:custGeom>
            <a:pathLst>
              <a:path w="1419225" h="1047750">
                <a:moveTo>
                  <a:pt x="0" y="809625"/>
                </a:moveTo>
                <a:lnTo>
                  <a:pt x="809625" y="0"/>
                </a:lnTo>
                <a:lnTo>
                  <a:pt x="647700" y="0"/>
                </a:lnTo>
                <a:lnTo>
                  <a:pt x="0" y="64770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1" name="连续预留-物理块3-斜纹4">
            <a:extLst>
              <a:ext uri="{FF2B5EF4-FFF2-40B4-BE49-F238E27FC236}">
                <ns2:creationId id="{CBFEC924-9960-4091-8E47-2CF9F9C18570}"/>
              </a:ext>
            </a:extLst>
          </p:cNvPr>
          <p:cNvSpPr>
            <a:spLocks noGrp="1"/>
          </p:cNvSpPr>
          <p:nvPr/>
        </p:nvSpPr>
        <p:spPr>
          <a:xfrm>
            <a:off x="3436620" y="704850"/>
            <a:ext cx="1419225" cy="1047750"/>
          </a:xfrm>
          <a:custGeom>
            <a:pathLst>
              <a:path w="1419225" h="1047750">
                <a:moveTo>
                  <a:pt x="0" y="1047750"/>
                </a:moveTo>
                <a:lnTo>
                  <a:pt x="85725" y="1047750"/>
                </a:lnTo>
                <a:lnTo>
                  <a:pt x="1133475" y="0"/>
                </a:lnTo>
                <a:lnTo>
                  <a:pt x="971550" y="0"/>
                </a:lnTo>
                <a:lnTo>
                  <a:pt x="0" y="9715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2" name="连续预留-物理块3-斜纹5">
            <a:extLst>
              <a:ext uri="{FF2B5EF4-FFF2-40B4-BE49-F238E27FC236}">
                <ns2:creationId id="{12BAE5C4-42E9-4F34-B596-B69214D02992}"/>
              </a:ext>
            </a:extLst>
          </p:cNvPr>
          <p:cNvSpPr>
            <a:spLocks noGrp="1"/>
          </p:cNvSpPr>
          <p:nvPr/>
        </p:nvSpPr>
        <p:spPr>
          <a:xfrm>
            <a:off x="3436620" y="704850"/>
            <a:ext cx="1419225" cy="1047750"/>
          </a:xfrm>
          <a:custGeom>
            <a:pathLst>
              <a:path w="1419225" h="1047750">
                <a:moveTo>
                  <a:pt x="247650" y="1047750"/>
                </a:moveTo>
                <a:lnTo>
                  <a:pt x="409575" y="1047750"/>
                </a:lnTo>
                <a:lnTo>
                  <a:pt x="1419225" y="38100"/>
                </a:lnTo>
                <a:lnTo>
                  <a:pt x="1419225" y="0"/>
                </a:lnTo>
                <a:lnTo>
                  <a:pt x="12954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3" name="连续预留-物理块3-斜纹6">
            <a:extLst>
              <a:ext uri="{FF2B5EF4-FFF2-40B4-BE49-F238E27FC236}">
                <ns2:creationId id="{C97B7FA9-3158-4106-B3C1-E7712178C9E6}"/>
              </a:ext>
            </a:extLst>
          </p:cNvPr>
          <p:cNvSpPr>
            <a:spLocks noGrp="1"/>
          </p:cNvSpPr>
          <p:nvPr/>
        </p:nvSpPr>
        <p:spPr>
          <a:xfrm>
            <a:off x="3436620" y="704850"/>
            <a:ext cx="1419225" cy="1047750"/>
          </a:xfrm>
          <a:custGeom>
            <a:pathLst>
              <a:path w="1419225" h="1047750">
                <a:moveTo>
                  <a:pt x="571500" y="1047750"/>
                </a:moveTo>
                <a:lnTo>
                  <a:pt x="733425" y="1047750"/>
                </a:lnTo>
                <a:lnTo>
                  <a:pt x="1419225" y="361950"/>
                </a:lnTo>
                <a:lnTo>
                  <a:pt x="1419225" y="20002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4" name="连续预留-物理块3-斜纹7">
            <a:extLst>
              <a:ext uri="{FF2B5EF4-FFF2-40B4-BE49-F238E27FC236}">
                <ns2:creationId id="{B791A0C2-2C4C-44E4-8814-C28CC5A345D6}"/>
              </a:ext>
            </a:extLst>
          </p:cNvPr>
          <p:cNvSpPr>
            <a:spLocks noGrp="1"/>
          </p:cNvSpPr>
          <p:nvPr/>
        </p:nvSpPr>
        <p:spPr>
          <a:xfrm>
            <a:off x="3436620" y="704850"/>
            <a:ext cx="1419225" cy="1047750"/>
          </a:xfrm>
          <a:custGeom>
            <a:pathLst>
              <a:path w="1419225" h="1047750">
                <a:moveTo>
                  <a:pt x="895350" y="1047750"/>
                </a:moveTo>
                <a:lnTo>
                  <a:pt x="1057275" y="1047750"/>
                </a:lnTo>
                <a:lnTo>
                  <a:pt x="1419225" y="685800"/>
                </a:lnTo>
                <a:lnTo>
                  <a:pt x="1419225" y="52387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5" name="连续预留-物理块3-斜纹8">
            <a:extLst>
              <a:ext uri="{FF2B5EF4-FFF2-40B4-BE49-F238E27FC236}">
                <ns2:creationId id="{48014028-9F6A-4BF4-8407-DA68CC41B448}"/>
              </a:ext>
            </a:extLst>
          </p:cNvPr>
          <p:cNvSpPr>
            <a:spLocks noGrp="1"/>
          </p:cNvSpPr>
          <p:nvPr/>
        </p:nvSpPr>
        <p:spPr>
          <a:xfrm>
            <a:off x="3436620" y="704850"/>
            <a:ext cx="1419225" cy="1047750"/>
          </a:xfrm>
          <a:custGeom>
            <a:pathLst>
              <a:path w="1419225" h="1047750">
                <a:moveTo>
                  <a:pt x="1219200" y="1047750"/>
                </a:moveTo>
                <a:lnTo>
                  <a:pt x="1381125" y="1047750"/>
                </a:lnTo>
                <a:lnTo>
                  <a:pt x="1419225" y="1009650"/>
                </a:lnTo>
                <a:lnTo>
                  <a:pt x="1419225" y="84772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6" name="连续预留-物理块3-标签">
            <a:extLst>
              <a:ext uri="{FF2B5EF4-FFF2-40B4-BE49-F238E27FC236}">
                <ns2:creationId id="{208108A3-778B-484F-B6AE-5C61221B5B6B}"/>
              </a:ext>
            </a:extLst>
          </p:cNvPr>
          <p:cNvSpPr>
            <a:spLocks noGrp="1"/>
          </p:cNvSpPr>
          <p:nvPr/>
        </p:nvSpPr>
        <p:spPr>
          <a:xfrm>
            <a:off x="3455670" y="94297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A预留</a:t>
            </a:r>
          </a:p>
        </p:txBody>
      </p:sp>
      <p:sp>
        <p:nvSpPr>
          <p:cNvPr id="27" name="连续预留-物理块3-KV槽位1">
            <a:extLst>
              <a:ext uri="{FF2B5EF4-FFF2-40B4-BE49-F238E27FC236}">
                <ns2:creationId id="{79775086-493B-46FD-B4EB-5E76EEB1CAAF}"/>
              </a:ext>
            </a:extLst>
          </p:cNvPr>
          <p:cNvSpPr>
            <a:spLocks noGrp="1"/>
          </p:cNvSpPr>
          <p:nvPr/>
        </p:nvSpPr>
        <p:spPr>
          <a:xfrm>
            <a:off x="3550920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28" name="连续预留-物理块3-KV槽位2">
            <a:extLst>
              <a:ext uri="{FF2B5EF4-FFF2-40B4-BE49-F238E27FC236}">
                <ns2:creationId id="{858FA7BA-8C2B-4F79-A947-95DD034FC4EB}"/>
              </a:ext>
            </a:extLst>
          </p:cNvPr>
          <p:cNvSpPr>
            <a:spLocks noGrp="1"/>
          </p:cNvSpPr>
          <p:nvPr/>
        </p:nvSpPr>
        <p:spPr>
          <a:xfrm>
            <a:off x="3865245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29" name="连续预留-物理块3-KV槽位3">
            <a:extLst>
              <a:ext uri="{FF2B5EF4-FFF2-40B4-BE49-F238E27FC236}">
                <ns2:creationId id="{E1D6564E-3F5D-409B-85AC-5C27B278883A}"/>
              </a:ext>
            </a:extLst>
          </p:cNvPr>
          <p:cNvSpPr>
            <a:spLocks noGrp="1"/>
          </p:cNvSpPr>
          <p:nvPr/>
        </p:nvSpPr>
        <p:spPr>
          <a:xfrm>
            <a:off x="4179570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30" name="连续预留-物理块3-KV槽位4">
            <a:extLst>
              <a:ext uri="{FF2B5EF4-FFF2-40B4-BE49-F238E27FC236}">
                <ns2:creationId id="{EF111301-707C-427F-AA4A-B695E9E832B9}"/>
              </a:ext>
            </a:extLst>
          </p:cNvPr>
          <p:cNvSpPr>
            <a:spLocks noGrp="1"/>
          </p:cNvSpPr>
          <p:nvPr/>
        </p:nvSpPr>
        <p:spPr>
          <a:xfrm>
            <a:off x="4493895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31" name="连续预留-物理块3-编号">
            <a:extLst>
              <a:ext uri="{FF2B5EF4-FFF2-40B4-BE49-F238E27FC236}">
                <ns2:creationId id="{34409106-3AF0-4A99-BC4F-EFEBE75225B0}"/>
              </a:ext>
            </a:extLst>
          </p:cNvPr>
          <p:cNvSpPr>
            <a:spLocks noGrp="1"/>
          </p:cNvSpPr>
          <p:nvPr/>
        </p:nvSpPr>
        <p:spPr>
          <a:xfrm>
            <a:off x="3436620" y="183832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#3</a:t>
            </a:r>
          </a:p>
        </p:txBody>
      </p:sp>
      <p:sp>
        <p:nvSpPr>
          <p:cNvPr id="32" name="连续预留-物理块4-背景">
            <a:extLst>
              <a:ext uri="{FF2B5EF4-FFF2-40B4-BE49-F238E27FC236}">
                <ns2:creationId id="{A4CA2687-2355-4A5E-AB22-9A8208ABDA65}"/>
              </a:ext>
            </a:extLst>
          </p:cNvPr>
          <p:cNvSpPr>
            <a:spLocks noGrp="1"/>
          </p:cNvSpPr>
          <p:nvPr/>
        </p:nvSpPr>
        <p:spPr>
          <a:xfrm>
            <a:off x="5012055" y="704850"/>
            <a:ext cx="1419225" cy="1047750"/>
          </a:xfrm>
          <a:prstGeom prst="rect">
            <a:avLst/>
          </a:prstGeom>
          <a:solidFill>
            <a:srgbClr val="FCF4DA"/>
          </a:solidFill>
          <a:ln w="0">
            <a:noFill/>
          </a:ln>
        </p:spPr>
      </p:sp>
      <p:sp>
        <p:nvSpPr>
          <p:cNvPr id="33" name="连续预留-物理块4-标签">
            <a:extLst>
              <a:ext uri="{FF2B5EF4-FFF2-40B4-BE49-F238E27FC236}">
                <ns2:creationId id="{3A79F5AF-43ED-4300-97AE-2A51EBA8D111}"/>
              </a:ext>
            </a:extLst>
          </p:cNvPr>
          <p:cNvSpPr>
            <a:spLocks noGrp="1"/>
          </p:cNvSpPr>
          <p:nvPr/>
        </p:nvSpPr>
        <p:spPr>
          <a:xfrm>
            <a:off x="5031105" y="94297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B1</a:t>
            </a:r>
          </a:p>
        </p:txBody>
      </p:sp>
      <p:sp>
        <p:nvSpPr>
          <p:cNvPr id="34" name="连续预留-物理块4-KV槽位1">
            <a:extLst>
              <a:ext uri="{FF2B5EF4-FFF2-40B4-BE49-F238E27FC236}">
                <ns2:creationId id="{6E62BB53-F639-4869-B783-84778388D644}"/>
              </a:ext>
            </a:extLst>
          </p:cNvPr>
          <p:cNvSpPr>
            <a:spLocks noGrp="1"/>
          </p:cNvSpPr>
          <p:nvPr/>
        </p:nvSpPr>
        <p:spPr>
          <a:xfrm>
            <a:off x="5126355" y="1485900"/>
            <a:ext cx="257175" cy="114300"/>
          </a:xfrm>
          <a:prstGeom prst="rect">
            <a:avLst/>
          </a:prstGeom>
          <a:solidFill>
            <a:srgbClr val="F7CA3E"/>
          </a:solidFill>
          <a:ln w="0">
            <a:noFill/>
          </a:ln>
        </p:spPr>
      </p:sp>
      <p:sp>
        <p:nvSpPr>
          <p:cNvPr id="35" name="连续预留-物理块4-KV槽位2">
            <a:extLst>
              <a:ext uri="{FF2B5EF4-FFF2-40B4-BE49-F238E27FC236}">
                <ns2:creationId id="{7FDE0447-98AD-4362-8FE2-9392C9979F44}"/>
              </a:ext>
            </a:extLst>
          </p:cNvPr>
          <p:cNvSpPr>
            <a:spLocks noGrp="1"/>
          </p:cNvSpPr>
          <p:nvPr/>
        </p:nvSpPr>
        <p:spPr>
          <a:xfrm>
            <a:off x="5440680" y="1485900"/>
            <a:ext cx="257175" cy="114300"/>
          </a:xfrm>
          <a:prstGeom prst="rect">
            <a:avLst/>
          </a:prstGeom>
          <a:solidFill>
            <a:srgbClr val="F7CA3E"/>
          </a:solidFill>
          <a:ln w="0">
            <a:noFill/>
          </a:ln>
        </p:spPr>
      </p:sp>
      <p:sp>
        <p:nvSpPr>
          <p:cNvPr id="36" name="连续预留-物理块4-KV槽位3">
            <a:extLst>
              <a:ext uri="{FF2B5EF4-FFF2-40B4-BE49-F238E27FC236}">
                <ns2:creationId id="{625AF62D-F1A0-4352-86F5-CE3E805AC3FC}"/>
              </a:ext>
            </a:extLst>
          </p:cNvPr>
          <p:cNvSpPr>
            <a:spLocks noGrp="1"/>
          </p:cNvSpPr>
          <p:nvPr/>
        </p:nvSpPr>
        <p:spPr>
          <a:xfrm>
            <a:off x="5755005" y="1485900"/>
            <a:ext cx="257175" cy="114300"/>
          </a:xfrm>
          <a:prstGeom prst="rect">
            <a:avLst/>
          </a:prstGeom>
          <a:solidFill>
            <a:srgbClr val="F7CA3E"/>
          </a:solidFill>
          <a:ln w="0">
            <a:noFill/>
          </a:ln>
        </p:spPr>
      </p:sp>
      <p:sp>
        <p:nvSpPr>
          <p:cNvPr id="37" name="连续预留-物理块4-KV槽位4">
            <a:extLst>
              <a:ext uri="{FF2B5EF4-FFF2-40B4-BE49-F238E27FC236}">
                <ns2:creationId id="{8B9FB693-7733-4801-9364-BB14771177AB}"/>
              </a:ext>
            </a:extLst>
          </p:cNvPr>
          <p:cNvSpPr>
            <a:spLocks noGrp="1"/>
          </p:cNvSpPr>
          <p:nvPr/>
        </p:nvSpPr>
        <p:spPr>
          <a:xfrm>
            <a:off x="6069330" y="1485900"/>
            <a:ext cx="257175" cy="114300"/>
          </a:xfrm>
          <a:prstGeom prst="rect">
            <a:avLst/>
          </a:prstGeom>
          <a:solidFill>
            <a:srgbClr val="F7CA3E"/>
          </a:solidFill>
          <a:ln w="0">
            <a:noFill/>
          </a:ln>
        </p:spPr>
      </p:sp>
      <p:sp>
        <p:nvSpPr>
          <p:cNvPr id="38" name="连续预留-物理块4-编号">
            <a:extLst>
              <a:ext uri="{FF2B5EF4-FFF2-40B4-BE49-F238E27FC236}">
                <ns2:creationId id="{BCD5DAE8-4608-4F5A-A7A5-07625FD44DE5}"/>
              </a:ext>
            </a:extLst>
          </p:cNvPr>
          <p:cNvSpPr>
            <a:spLocks noGrp="1"/>
          </p:cNvSpPr>
          <p:nvPr/>
        </p:nvSpPr>
        <p:spPr>
          <a:xfrm>
            <a:off x="5012055" y="183832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#4</a:t>
            </a:r>
          </a:p>
        </p:txBody>
      </p:sp>
      <p:sp>
        <p:nvSpPr>
          <p:cNvPr id="39" name="连续预留-物理块5-背景">
            <a:extLst>
              <a:ext uri="{FF2B5EF4-FFF2-40B4-BE49-F238E27FC236}">
                <ns2:creationId id="{815B45D9-E612-421A-8480-78270697CBE1}"/>
              </a:ext>
            </a:extLst>
          </p:cNvPr>
          <p:cNvSpPr>
            <a:spLocks noGrp="1"/>
          </p:cNvSpPr>
          <p:nvPr/>
        </p:nvSpPr>
        <p:spPr>
          <a:xfrm>
            <a:off x="6587490" y="704850"/>
            <a:ext cx="1419225" cy="1047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0" name="连续预留-物理块5-斜纹1">
            <a:extLst>
              <a:ext uri="{FF2B5EF4-FFF2-40B4-BE49-F238E27FC236}">
                <ns2:creationId id="{F4247FB7-124F-4AE8-AADD-DA6893B9A358}"/>
              </a:ext>
            </a:extLst>
          </p:cNvPr>
          <p:cNvSpPr>
            <a:spLocks noGrp="1"/>
          </p:cNvSpPr>
          <p:nvPr/>
        </p:nvSpPr>
        <p:spPr>
          <a:xfrm>
            <a:off x="6587490" y="704850"/>
            <a:ext cx="1419225" cy="1047750"/>
          </a:xfrm>
          <a:custGeom>
            <a:pathLst>
              <a:path w="1419225" h="1047750">
                <a:moveTo>
                  <a:pt x="0" y="161925"/>
                </a:moveTo>
                <a:lnTo>
                  <a:pt x="16192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41" name="连续预留-物理块5-斜纹2">
            <a:extLst>
              <a:ext uri="{FF2B5EF4-FFF2-40B4-BE49-F238E27FC236}">
                <ns2:creationId id="{4CFD48BD-19AA-45CE-8354-530EA2099902}"/>
              </a:ext>
            </a:extLst>
          </p:cNvPr>
          <p:cNvSpPr>
            <a:spLocks noGrp="1"/>
          </p:cNvSpPr>
          <p:nvPr/>
        </p:nvSpPr>
        <p:spPr>
          <a:xfrm>
            <a:off x="6587490" y="704850"/>
            <a:ext cx="1419225" cy="1047750"/>
          </a:xfrm>
          <a:custGeom>
            <a:pathLst>
              <a:path w="1419225" h="1047750">
                <a:moveTo>
                  <a:pt x="0" y="485775"/>
                </a:moveTo>
                <a:lnTo>
                  <a:pt x="485775" y="0"/>
                </a:lnTo>
                <a:lnTo>
                  <a:pt x="323850" y="0"/>
                </a:lnTo>
                <a:lnTo>
                  <a:pt x="0" y="3238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42" name="连续预留-物理块5-斜纹3">
            <a:extLst>
              <a:ext uri="{FF2B5EF4-FFF2-40B4-BE49-F238E27FC236}">
                <ns2:creationId id="{545DB213-F9F8-4383-9F79-B377717D8E27}"/>
              </a:ext>
            </a:extLst>
          </p:cNvPr>
          <p:cNvSpPr>
            <a:spLocks noGrp="1"/>
          </p:cNvSpPr>
          <p:nvPr/>
        </p:nvSpPr>
        <p:spPr>
          <a:xfrm>
            <a:off x="6587490" y="704850"/>
            <a:ext cx="1419225" cy="1047750"/>
          </a:xfrm>
          <a:custGeom>
            <a:pathLst>
              <a:path w="1419225" h="1047750">
                <a:moveTo>
                  <a:pt x="0" y="809625"/>
                </a:moveTo>
                <a:lnTo>
                  <a:pt x="809625" y="0"/>
                </a:lnTo>
                <a:lnTo>
                  <a:pt x="647700" y="0"/>
                </a:lnTo>
                <a:lnTo>
                  <a:pt x="0" y="64770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43" name="连续预留-物理块5-斜纹4">
            <a:extLst>
              <a:ext uri="{FF2B5EF4-FFF2-40B4-BE49-F238E27FC236}">
                <ns2:creationId id="{FC29F1CB-DAE9-48E3-A5AD-A85743A93D66}"/>
              </a:ext>
            </a:extLst>
          </p:cNvPr>
          <p:cNvSpPr>
            <a:spLocks noGrp="1"/>
          </p:cNvSpPr>
          <p:nvPr/>
        </p:nvSpPr>
        <p:spPr>
          <a:xfrm>
            <a:off x="6587490" y="704850"/>
            <a:ext cx="1419225" cy="1047750"/>
          </a:xfrm>
          <a:custGeom>
            <a:pathLst>
              <a:path w="1419225" h="1047750">
                <a:moveTo>
                  <a:pt x="0" y="1047750"/>
                </a:moveTo>
                <a:lnTo>
                  <a:pt x="85725" y="1047750"/>
                </a:lnTo>
                <a:lnTo>
                  <a:pt x="1133475" y="0"/>
                </a:lnTo>
                <a:lnTo>
                  <a:pt x="971550" y="0"/>
                </a:lnTo>
                <a:lnTo>
                  <a:pt x="0" y="9715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44" name="连续预留-物理块5-斜纹5">
            <a:extLst>
              <a:ext uri="{FF2B5EF4-FFF2-40B4-BE49-F238E27FC236}">
                <ns2:creationId id="{8610B45B-C28E-4DEC-A2E4-26ACD99029D7}"/>
              </a:ext>
            </a:extLst>
          </p:cNvPr>
          <p:cNvSpPr>
            <a:spLocks noGrp="1"/>
          </p:cNvSpPr>
          <p:nvPr/>
        </p:nvSpPr>
        <p:spPr>
          <a:xfrm>
            <a:off x="6587490" y="704850"/>
            <a:ext cx="1419225" cy="1047750"/>
          </a:xfrm>
          <a:custGeom>
            <a:pathLst>
              <a:path w="1419225" h="1047750">
                <a:moveTo>
                  <a:pt x="247650" y="1047750"/>
                </a:moveTo>
                <a:lnTo>
                  <a:pt x="409575" y="1047750"/>
                </a:lnTo>
                <a:lnTo>
                  <a:pt x="1419225" y="38100"/>
                </a:lnTo>
                <a:lnTo>
                  <a:pt x="1419225" y="0"/>
                </a:lnTo>
                <a:lnTo>
                  <a:pt x="12954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45" name="连续预留-物理块5-斜纹6">
            <a:extLst>
              <a:ext uri="{FF2B5EF4-FFF2-40B4-BE49-F238E27FC236}">
                <ns2:creationId id="{1E7FBE3B-9612-4298-9CEE-8481D6FEFEBF}"/>
              </a:ext>
            </a:extLst>
          </p:cNvPr>
          <p:cNvSpPr>
            <a:spLocks noGrp="1"/>
          </p:cNvSpPr>
          <p:nvPr/>
        </p:nvSpPr>
        <p:spPr>
          <a:xfrm>
            <a:off x="6587490" y="704850"/>
            <a:ext cx="1419225" cy="1047750"/>
          </a:xfrm>
          <a:custGeom>
            <a:pathLst>
              <a:path w="1419225" h="1047750">
                <a:moveTo>
                  <a:pt x="571500" y="1047750"/>
                </a:moveTo>
                <a:lnTo>
                  <a:pt x="733425" y="1047750"/>
                </a:lnTo>
                <a:lnTo>
                  <a:pt x="1419225" y="361950"/>
                </a:lnTo>
                <a:lnTo>
                  <a:pt x="1419225" y="20002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46" name="连续预留-物理块5-斜纹7">
            <a:extLst>
              <a:ext uri="{FF2B5EF4-FFF2-40B4-BE49-F238E27FC236}">
                <ns2:creationId id="{B04FF2E1-468B-4145-B7FC-1643473458BE}"/>
              </a:ext>
            </a:extLst>
          </p:cNvPr>
          <p:cNvSpPr>
            <a:spLocks noGrp="1"/>
          </p:cNvSpPr>
          <p:nvPr/>
        </p:nvSpPr>
        <p:spPr>
          <a:xfrm>
            <a:off x="6587490" y="704850"/>
            <a:ext cx="1419225" cy="1047750"/>
          </a:xfrm>
          <a:custGeom>
            <a:pathLst>
              <a:path w="1419225" h="1047750">
                <a:moveTo>
                  <a:pt x="895350" y="1047750"/>
                </a:moveTo>
                <a:lnTo>
                  <a:pt x="1057275" y="1047750"/>
                </a:lnTo>
                <a:lnTo>
                  <a:pt x="1419225" y="685800"/>
                </a:lnTo>
                <a:lnTo>
                  <a:pt x="1419225" y="52387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47" name="连续预留-物理块5-斜纹8">
            <a:extLst>
              <a:ext uri="{FF2B5EF4-FFF2-40B4-BE49-F238E27FC236}">
                <ns2:creationId id="{06F211F2-FC04-4539-BB43-358230A93DDE}"/>
              </a:ext>
            </a:extLst>
          </p:cNvPr>
          <p:cNvSpPr>
            <a:spLocks noGrp="1"/>
          </p:cNvSpPr>
          <p:nvPr/>
        </p:nvSpPr>
        <p:spPr>
          <a:xfrm>
            <a:off x="6587490" y="704850"/>
            <a:ext cx="1419225" cy="1047750"/>
          </a:xfrm>
          <a:custGeom>
            <a:pathLst>
              <a:path w="1419225" h="1047750">
                <a:moveTo>
                  <a:pt x="1219200" y="1047750"/>
                </a:moveTo>
                <a:lnTo>
                  <a:pt x="1381125" y="1047750"/>
                </a:lnTo>
                <a:lnTo>
                  <a:pt x="1419225" y="1009650"/>
                </a:lnTo>
                <a:lnTo>
                  <a:pt x="1419225" y="84772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48" name="连续预留-物理块5-标签">
            <a:extLst>
              <a:ext uri="{FF2B5EF4-FFF2-40B4-BE49-F238E27FC236}">
                <ns2:creationId id="{B007F64B-AFD7-4AB3-8B7B-7AEFFE19F92E}"/>
              </a:ext>
            </a:extLst>
          </p:cNvPr>
          <p:cNvSpPr>
            <a:spLocks noGrp="1"/>
          </p:cNvSpPr>
          <p:nvPr/>
        </p:nvSpPr>
        <p:spPr>
          <a:xfrm>
            <a:off x="6606540" y="94297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B预留</a:t>
            </a:r>
          </a:p>
        </p:txBody>
      </p:sp>
      <p:sp>
        <p:nvSpPr>
          <p:cNvPr id="49" name="连续预留-物理块5-KV槽位1">
            <a:extLst>
              <a:ext uri="{FF2B5EF4-FFF2-40B4-BE49-F238E27FC236}">
                <ns2:creationId id="{185808DF-AF70-4B0E-BDE5-54ADBB887C7A}"/>
              </a:ext>
            </a:extLst>
          </p:cNvPr>
          <p:cNvSpPr>
            <a:spLocks noGrp="1"/>
          </p:cNvSpPr>
          <p:nvPr/>
        </p:nvSpPr>
        <p:spPr>
          <a:xfrm>
            <a:off x="6701790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50" name="连续预留-物理块5-KV槽位2">
            <a:extLst>
              <a:ext uri="{FF2B5EF4-FFF2-40B4-BE49-F238E27FC236}">
                <ns2:creationId id="{F32298D0-A34F-4405-AAB3-07C102CB2EA6}"/>
              </a:ext>
            </a:extLst>
          </p:cNvPr>
          <p:cNvSpPr>
            <a:spLocks noGrp="1"/>
          </p:cNvSpPr>
          <p:nvPr/>
        </p:nvSpPr>
        <p:spPr>
          <a:xfrm>
            <a:off x="7016115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51" name="连续预留-物理块5-KV槽位3">
            <a:extLst>
              <a:ext uri="{FF2B5EF4-FFF2-40B4-BE49-F238E27FC236}">
                <ns2:creationId id="{C664790D-E983-41FB-A091-0D6D1FCB987D}"/>
              </a:ext>
            </a:extLst>
          </p:cNvPr>
          <p:cNvSpPr>
            <a:spLocks noGrp="1"/>
          </p:cNvSpPr>
          <p:nvPr/>
        </p:nvSpPr>
        <p:spPr>
          <a:xfrm>
            <a:off x="7330440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52" name="连续预留-物理块5-KV槽位4">
            <a:extLst>
              <a:ext uri="{FF2B5EF4-FFF2-40B4-BE49-F238E27FC236}">
                <ns2:creationId id="{6C5CD6AA-C9EC-4C41-9DEE-92A1A12AC97E}"/>
              </a:ext>
            </a:extLst>
          </p:cNvPr>
          <p:cNvSpPr>
            <a:spLocks noGrp="1"/>
          </p:cNvSpPr>
          <p:nvPr/>
        </p:nvSpPr>
        <p:spPr>
          <a:xfrm>
            <a:off x="7644765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53" name="连续预留-物理块5-编号">
            <a:extLst>
              <a:ext uri="{FF2B5EF4-FFF2-40B4-BE49-F238E27FC236}">
                <ns2:creationId id="{C615D1A0-66EC-4BCB-88A1-E78DA41297BE}"/>
              </a:ext>
            </a:extLst>
          </p:cNvPr>
          <p:cNvSpPr>
            <a:spLocks noGrp="1"/>
          </p:cNvSpPr>
          <p:nvPr/>
        </p:nvSpPr>
        <p:spPr>
          <a:xfrm>
            <a:off x="6587490" y="183832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#5</a:t>
            </a:r>
          </a:p>
        </p:txBody>
      </p:sp>
      <p:sp>
        <p:nvSpPr>
          <p:cNvPr id="54" name="连续预留-物理块6-背景">
            <a:extLst>
              <a:ext uri="{FF2B5EF4-FFF2-40B4-BE49-F238E27FC236}">
                <ns2:creationId id="{A373178B-B6C3-4F26-92C0-F35196B61F68}"/>
              </a:ext>
            </a:extLst>
          </p:cNvPr>
          <p:cNvSpPr>
            <a:spLocks noGrp="1"/>
          </p:cNvSpPr>
          <p:nvPr/>
        </p:nvSpPr>
        <p:spPr>
          <a:xfrm>
            <a:off x="8162925" y="704850"/>
            <a:ext cx="1419225" cy="1047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5" name="连续预留-物理块6-斜纹1">
            <a:extLst>
              <a:ext uri="{FF2B5EF4-FFF2-40B4-BE49-F238E27FC236}">
                <ns2:creationId id="{8F1CA2AA-5C92-4C84-B7EB-E3961C92EC72}"/>
              </a:ext>
            </a:extLst>
          </p:cNvPr>
          <p:cNvSpPr>
            <a:spLocks noGrp="1"/>
          </p:cNvSpPr>
          <p:nvPr/>
        </p:nvSpPr>
        <p:spPr>
          <a:xfrm>
            <a:off x="8162925" y="704850"/>
            <a:ext cx="1419225" cy="1047750"/>
          </a:xfrm>
          <a:custGeom>
            <a:pathLst>
              <a:path w="1419225" h="1047750">
                <a:moveTo>
                  <a:pt x="0" y="161925"/>
                </a:moveTo>
                <a:lnTo>
                  <a:pt x="16192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56" name="连续预留-物理块6-斜纹2">
            <a:extLst>
              <a:ext uri="{FF2B5EF4-FFF2-40B4-BE49-F238E27FC236}">
                <ns2:creationId id="{076AF884-6990-4BBD-BB28-26602FD8CA34}"/>
              </a:ext>
            </a:extLst>
          </p:cNvPr>
          <p:cNvSpPr>
            <a:spLocks noGrp="1"/>
          </p:cNvSpPr>
          <p:nvPr/>
        </p:nvSpPr>
        <p:spPr>
          <a:xfrm>
            <a:off x="8162925" y="704850"/>
            <a:ext cx="1419225" cy="1047750"/>
          </a:xfrm>
          <a:custGeom>
            <a:pathLst>
              <a:path w="1419225" h="1047750">
                <a:moveTo>
                  <a:pt x="0" y="485775"/>
                </a:moveTo>
                <a:lnTo>
                  <a:pt x="485775" y="0"/>
                </a:lnTo>
                <a:lnTo>
                  <a:pt x="323850" y="0"/>
                </a:lnTo>
                <a:lnTo>
                  <a:pt x="0" y="3238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57" name="连续预留-物理块6-斜纹3">
            <a:extLst>
              <a:ext uri="{FF2B5EF4-FFF2-40B4-BE49-F238E27FC236}">
                <ns2:creationId id="{117BBD08-2765-4F8D-9ECB-6B49C4DC0BAC}"/>
              </a:ext>
            </a:extLst>
          </p:cNvPr>
          <p:cNvSpPr>
            <a:spLocks noGrp="1"/>
          </p:cNvSpPr>
          <p:nvPr/>
        </p:nvSpPr>
        <p:spPr>
          <a:xfrm>
            <a:off x="8162925" y="704850"/>
            <a:ext cx="1419225" cy="1047750"/>
          </a:xfrm>
          <a:custGeom>
            <a:pathLst>
              <a:path w="1419225" h="1047750">
                <a:moveTo>
                  <a:pt x="0" y="809625"/>
                </a:moveTo>
                <a:lnTo>
                  <a:pt x="809625" y="0"/>
                </a:lnTo>
                <a:lnTo>
                  <a:pt x="647700" y="0"/>
                </a:lnTo>
                <a:lnTo>
                  <a:pt x="0" y="64770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58" name="连续预留-物理块6-斜纹4">
            <a:extLst>
              <a:ext uri="{FF2B5EF4-FFF2-40B4-BE49-F238E27FC236}">
                <ns2:creationId id="{4943B7C3-7D3B-405F-B4B9-C6DE34674B17}"/>
              </a:ext>
            </a:extLst>
          </p:cNvPr>
          <p:cNvSpPr>
            <a:spLocks noGrp="1"/>
          </p:cNvSpPr>
          <p:nvPr/>
        </p:nvSpPr>
        <p:spPr>
          <a:xfrm>
            <a:off x="8162925" y="704850"/>
            <a:ext cx="1419225" cy="1047750"/>
          </a:xfrm>
          <a:custGeom>
            <a:pathLst>
              <a:path w="1419225" h="1047750">
                <a:moveTo>
                  <a:pt x="0" y="1047750"/>
                </a:moveTo>
                <a:lnTo>
                  <a:pt x="85725" y="1047750"/>
                </a:lnTo>
                <a:lnTo>
                  <a:pt x="1133475" y="0"/>
                </a:lnTo>
                <a:lnTo>
                  <a:pt x="971550" y="0"/>
                </a:lnTo>
                <a:lnTo>
                  <a:pt x="0" y="9715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59" name="连续预留-物理块6-斜纹5">
            <a:extLst>
              <a:ext uri="{FF2B5EF4-FFF2-40B4-BE49-F238E27FC236}">
                <ns2:creationId id="{16F4B926-7B3F-4BBA-A0EB-76127FEFC996}"/>
              </a:ext>
            </a:extLst>
          </p:cNvPr>
          <p:cNvSpPr>
            <a:spLocks noGrp="1"/>
          </p:cNvSpPr>
          <p:nvPr/>
        </p:nvSpPr>
        <p:spPr>
          <a:xfrm>
            <a:off x="8162925" y="704850"/>
            <a:ext cx="1419225" cy="1047750"/>
          </a:xfrm>
          <a:custGeom>
            <a:pathLst>
              <a:path w="1419225" h="1047750">
                <a:moveTo>
                  <a:pt x="247650" y="1047750"/>
                </a:moveTo>
                <a:lnTo>
                  <a:pt x="409575" y="1047750"/>
                </a:lnTo>
                <a:lnTo>
                  <a:pt x="1419225" y="38100"/>
                </a:lnTo>
                <a:lnTo>
                  <a:pt x="1419225" y="0"/>
                </a:lnTo>
                <a:lnTo>
                  <a:pt x="12954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60" name="连续预留-物理块6-斜纹6">
            <a:extLst>
              <a:ext uri="{FF2B5EF4-FFF2-40B4-BE49-F238E27FC236}">
                <ns2:creationId id="{548C0B8D-BED3-43C4-BCF7-435ED455BBDD}"/>
              </a:ext>
            </a:extLst>
          </p:cNvPr>
          <p:cNvSpPr>
            <a:spLocks noGrp="1"/>
          </p:cNvSpPr>
          <p:nvPr/>
        </p:nvSpPr>
        <p:spPr>
          <a:xfrm>
            <a:off x="8162925" y="704850"/>
            <a:ext cx="1419225" cy="1047750"/>
          </a:xfrm>
          <a:custGeom>
            <a:pathLst>
              <a:path w="1419225" h="1047750">
                <a:moveTo>
                  <a:pt x="571500" y="1047750"/>
                </a:moveTo>
                <a:lnTo>
                  <a:pt x="733425" y="1047750"/>
                </a:lnTo>
                <a:lnTo>
                  <a:pt x="1419225" y="361950"/>
                </a:lnTo>
                <a:lnTo>
                  <a:pt x="1419225" y="20002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61" name="连续预留-物理块6-斜纹7">
            <a:extLst>
              <a:ext uri="{FF2B5EF4-FFF2-40B4-BE49-F238E27FC236}">
                <ns2:creationId id="{842DEBFE-DC93-4D58-AB7A-1D85A53875B1}"/>
              </a:ext>
            </a:extLst>
          </p:cNvPr>
          <p:cNvSpPr>
            <a:spLocks noGrp="1"/>
          </p:cNvSpPr>
          <p:nvPr/>
        </p:nvSpPr>
        <p:spPr>
          <a:xfrm>
            <a:off x="8162925" y="704850"/>
            <a:ext cx="1419225" cy="1047750"/>
          </a:xfrm>
          <a:custGeom>
            <a:pathLst>
              <a:path w="1419225" h="1047750">
                <a:moveTo>
                  <a:pt x="895350" y="1047750"/>
                </a:moveTo>
                <a:lnTo>
                  <a:pt x="1057275" y="1047750"/>
                </a:lnTo>
                <a:lnTo>
                  <a:pt x="1419225" y="685800"/>
                </a:lnTo>
                <a:lnTo>
                  <a:pt x="1419225" y="52387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62" name="连续预留-物理块6-斜纹8">
            <a:extLst>
              <a:ext uri="{FF2B5EF4-FFF2-40B4-BE49-F238E27FC236}">
                <ns2:creationId id="{9D8058C1-3314-49D2-A017-9C1101624BAE}"/>
              </a:ext>
            </a:extLst>
          </p:cNvPr>
          <p:cNvSpPr>
            <a:spLocks noGrp="1"/>
          </p:cNvSpPr>
          <p:nvPr/>
        </p:nvSpPr>
        <p:spPr>
          <a:xfrm>
            <a:off x="8162925" y="704850"/>
            <a:ext cx="1419225" cy="1047750"/>
          </a:xfrm>
          <a:custGeom>
            <a:pathLst>
              <a:path w="1419225" h="1047750">
                <a:moveTo>
                  <a:pt x="1219200" y="1047750"/>
                </a:moveTo>
                <a:lnTo>
                  <a:pt x="1381125" y="1047750"/>
                </a:lnTo>
                <a:lnTo>
                  <a:pt x="1419225" y="1009650"/>
                </a:lnTo>
                <a:lnTo>
                  <a:pt x="1419225" y="84772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63" name="连续预留-物理块6-标签">
            <a:extLst>
              <a:ext uri="{FF2B5EF4-FFF2-40B4-BE49-F238E27FC236}">
                <ns2:creationId id="{DD6C573E-E1E3-4DFB-8AE9-72C96381D32A}"/>
              </a:ext>
            </a:extLst>
          </p:cNvPr>
          <p:cNvSpPr>
            <a:spLocks noGrp="1"/>
          </p:cNvSpPr>
          <p:nvPr/>
        </p:nvSpPr>
        <p:spPr>
          <a:xfrm>
            <a:off x="8181975" y="94297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B预留</a:t>
            </a:r>
          </a:p>
        </p:txBody>
      </p:sp>
      <p:sp>
        <p:nvSpPr>
          <p:cNvPr id="64" name="连续预留-物理块6-KV槽位1">
            <a:extLst>
              <a:ext uri="{FF2B5EF4-FFF2-40B4-BE49-F238E27FC236}">
                <ns2:creationId id="{126E51CB-BB9F-4207-99DC-DBAB8BD287BE}"/>
              </a:ext>
            </a:extLst>
          </p:cNvPr>
          <p:cNvSpPr>
            <a:spLocks noGrp="1"/>
          </p:cNvSpPr>
          <p:nvPr/>
        </p:nvSpPr>
        <p:spPr>
          <a:xfrm>
            <a:off x="8277225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65" name="连续预留-物理块6-KV槽位2">
            <a:extLst>
              <a:ext uri="{FF2B5EF4-FFF2-40B4-BE49-F238E27FC236}">
                <ns2:creationId id="{61E6ABD3-A895-4417-A4D1-916C8F8C168F}"/>
              </a:ext>
            </a:extLst>
          </p:cNvPr>
          <p:cNvSpPr>
            <a:spLocks noGrp="1"/>
          </p:cNvSpPr>
          <p:nvPr/>
        </p:nvSpPr>
        <p:spPr>
          <a:xfrm>
            <a:off x="8591550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66" name="连续预留-物理块6-KV槽位3">
            <a:extLst>
              <a:ext uri="{FF2B5EF4-FFF2-40B4-BE49-F238E27FC236}">
                <ns2:creationId id="{67AC2D3D-A7AB-4909-9EE4-74B2B38747BB}"/>
              </a:ext>
            </a:extLst>
          </p:cNvPr>
          <p:cNvSpPr>
            <a:spLocks noGrp="1"/>
          </p:cNvSpPr>
          <p:nvPr/>
        </p:nvSpPr>
        <p:spPr>
          <a:xfrm>
            <a:off x="8905875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67" name="连续预留-物理块6-KV槽位4">
            <a:extLst>
              <a:ext uri="{FF2B5EF4-FFF2-40B4-BE49-F238E27FC236}">
                <ns2:creationId id="{8068E06A-4307-4F60-B65B-D1E3110ADCBE}"/>
              </a:ext>
            </a:extLst>
          </p:cNvPr>
          <p:cNvSpPr>
            <a:spLocks noGrp="1"/>
          </p:cNvSpPr>
          <p:nvPr/>
        </p:nvSpPr>
        <p:spPr>
          <a:xfrm>
            <a:off x="9220200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68" name="连续预留-物理块6-编号">
            <a:extLst>
              <a:ext uri="{FF2B5EF4-FFF2-40B4-BE49-F238E27FC236}">
                <ns2:creationId id="{994EA7A7-9847-4347-A4BD-B356FA3CA3A9}"/>
              </a:ext>
            </a:extLst>
          </p:cNvPr>
          <p:cNvSpPr>
            <a:spLocks noGrp="1"/>
          </p:cNvSpPr>
          <p:nvPr/>
        </p:nvSpPr>
        <p:spPr>
          <a:xfrm>
            <a:off x="8162925" y="183832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#6</a:t>
            </a:r>
          </a:p>
        </p:txBody>
      </p:sp>
      <p:sp>
        <p:nvSpPr>
          <p:cNvPr id="69" name="连续预留-物理块7-背景">
            <a:extLst>
              <a:ext uri="{FF2B5EF4-FFF2-40B4-BE49-F238E27FC236}">
                <ns2:creationId id="{2F91C2D9-3CC0-4782-88CA-2B033C3C99E4}"/>
              </a:ext>
            </a:extLst>
          </p:cNvPr>
          <p:cNvSpPr>
            <a:spLocks noGrp="1"/>
          </p:cNvSpPr>
          <p:nvPr/>
        </p:nvSpPr>
        <p:spPr>
          <a:xfrm>
            <a:off x="9738360" y="704850"/>
            <a:ext cx="1419225" cy="1047750"/>
          </a:xfrm>
          <a:prstGeom prst="rect">
            <a:avLst/>
          </a:prstGeom>
          <a:solidFill>
            <a:srgbClr val="FBE3EF"/>
          </a:solidFill>
          <a:ln w="0">
            <a:noFill/>
          </a:ln>
        </p:spPr>
      </p:sp>
      <p:sp>
        <p:nvSpPr>
          <p:cNvPr id="70" name="连续预留-物理块7-标签">
            <a:extLst>
              <a:ext uri="{FF2B5EF4-FFF2-40B4-BE49-F238E27FC236}">
                <ns2:creationId id="{4AB2173E-D59A-44B1-ACB1-CCE14BB5CE85}"/>
              </a:ext>
            </a:extLst>
          </p:cNvPr>
          <p:cNvSpPr>
            <a:spLocks noGrp="1"/>
          </p:cNvSpPr>
          <p:nvPr/>
        </p:nvSpPr>
        <p:spPr>
          <a:xfrm>
            <a:off x="9757410" y="94297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71" name="连续预留-物理块7-KV槽位1">
            <a:extLst>
              <a:ext uri="{FF2B5EF4-FFF2-40B4-BE49-F238E27FC236}">
                <ns2:creationId id="{D0C3ABA3-95D2-4677-BF4A-ABAE3C051CEF}"/>
              </a:ext>
            </a:extLst>
          </p:cNvPr>
          <p:cNvSpPr>
            <a:spLocks noGrp="1"/>
          </p:cNvSpPr>
          <p:nvPr/>
        </p:nvSpPr>
        <p:spPr>
          <a:xfrm>
            <a:off x="9852660" y="1485900"/>
            <a:ext cx="257175" cy="114300"/>
          </a:xfrm>
          <a:prstGeom prst="rect">
            <a:avLst/>
          </a:prstGeom>
          <a:solidFill>
            <a:srgbClr val="E96DB0"/>
          </a:solidFill>
          <a:ln w="0">
            <a:noFill/>
          </a:ln>
        </p:spPr>
      </p:sp>
      <p:sp>
        <p:nvSpPr>
          <p:cNvPr id="72" name="连续预留-物理块7-KV槽位2">
            <a:extLst>
              <a:ext uri="{FF2B5EF4-FFF2-40B4-BE49-F238E27FC236}">
                <ns2:creationId id="{E5BBBAD8-2613-48C7-B85E-A78CF5D77E5C}"/>
              </a:ext>
            </a:extLst>
          </p:cNvPr>
          <p:cNvSpPr>
            <a:spLocks noGrp="1"/>
          </p:cNvSpPr>
          <p:nvPr/>
        </p:nvSpPr>
        <p:spPr>
          <a:xfrm>
            <a:off x="10166985" y="1485900"/>
            <a:ext cx="257175" cy="114300"/>
          </a:xfrm>
          <a:prstGeom prst="rect">
            <a:avLst/>
          </a:prstGeom>
          <a:solidFill>
            <a:srgbClr val="E96DB0"/>
          </a:solidFill>
          <a:ln w="0">
            <a:noFill/>
          </a:ln>
        </p:spPr>
      </p:sp>
      <p:sp>
        <p:nvSpPr>
          <p:cNvPr id="73" name="连续预留-物理块7-KV槽位3">
            <a:extLst>
              <a:ext uri="{FF2B5EF4-FFF2-40B4-BE49-F238E27FC236}">
                <ns2:creationId id="{44E9AA27-4312-4FFF-BFD9-19349BDFF08B}"/>
              </a:ext>
            </a:extLst>
          </p:cNvPr>
          <p:cNvSpPr>
            <a:spLocks noGrp="1"/>
          </p:cNvSpPr>
          <p:nvPr/>
        </p:nvSpPr>
        <p:spPr>
          <a:xfrm>
            <a:off x="10481310" y="1485900"/>
            <a:ext cx="257175" cy="114300"/>
          </a:xfrm>
          <a:prstGeom prst="rect">
            <a:avLst/>
          </a:prstGeom>
          <a:solidFill>
            <a:srgbClr val="E96DB0"/>
          </a:solidFill>
          <a:ln w="0">
            <a:noFill/>
          </a:ln>
        </p:spPr>
      </p:sp>
      <p:sp>
        <p:nvSpPr>
          <p:cNvPr id="74" name="连续预留-物理块7-KV槽位4">
            <a:extLst>
              <a:ext uri="{FF2B5EF4-FFF2-40B4-BE49-F238E27FC236}">
                <ns2:creationId id="{8F7AA768-4C20-49C7-83FA-8FFE920B0BFD}"/>
              </a:ext>
            </a:extLst>
          </p:cNvPr>
          <p:cNvSpPr>
            <a:spLocks noGrp="1"/>
          </p:cNvSpPr>
          <p:nvPr/>
        </p:nvSpPr>
        <p:spPr>
          <a:xfrm>
            <a:off x="10795635" y="148590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75" name="连续预留-物理块7-编号">
            <a:extLst>
              <a:ext uri="{FF2B5EF4-FFF2-40B4-BE49-F238E27FC236}">
                <ns2:creationId id="{8736847A-97A7-4345-9003-A35585CB698B}"/>
              </a:ext>
            </a:extLst>
          </p:cNvPr>
          <p:cNvSpPr>
            <a:spLocks noGrp="1"/>
          </p:cNvSpPr>
          <p:nvPr/>
        </p:nvSpPr>
        <p:spPr>
          <a:xfrm>
            <a:off x="9738360" y="183832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#7</a:t>
            </a:r>
          </a:p>
        </p:txBody>
      </p:sp>
      <p:sp>
        <p:nvSpPr>
          <p:cNvPr id="76" name="连续预留-物理块8-背景">
            <a:extLst>
              <a:ext uri="{FF2B5EF4-FFF2-40B4-BE49-F238E27FC236}">
                <ns2:creationId id="{E3948E71-3C62-45C5-BC9B-ADF3380B0198}"/>
              </a:ext>
            </a:extLst>
          </p:cNvPr>
          <p:cNvSpPr>
            <a:spLocks noGrp="1"/>
          </p:cNvSpPr>
          <p:nvPr/>
        </p:nvSpPr>
        <p:spPr>
          <a:xfrm>
            <a:off x="11313795" y="704850"/>
            <a:ext cx="1419225" cy="1047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7" name="连续预留-物理块8-斜纹1">
            <a:extLst>
              <a:ext uri="{FF2B5EF4-FFF2-40B4-BE49-F238E27FC236}">
                <ns2:creationId id="{8CA23363-F4F7-496E-B598-A105DCED19EF}"/>
              </a:ext>
            </a:extLst>
          </p:cNvPr>
          <p:cNvSpPr>
            <a:spLocks noGrp="1"/>
          </p:cNvSpPr>
          <p:nvPr/>
        </p:nvSpPr>
        <p:spPr>
          <a:xfrm>
            <a:off x="11313795" y="704850"/>
            <a:ext cx="1419225" cy="1047750"/>
          </a:xfrm>
          <a:custGeom>
            <a:pathLst>
              <a:path w="1419225" h="1047750">
                <a:moveTo>
                  <a:pt x="0" y="161925"/>
                </a:moveTo>
                <a:lnTo>
                  <a:pt x="16192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78" name="连续预留-物理块8-斜纹2">
            <a:extLst>
              <a:ext uri="{FF2B5EF4-FFF2-40B4-BE49-F238E27FC236}">
                <ns2:creationId id="{AD4334BF-6700-40A3-91B5-56A72C0D55B8}"/>
              </a:ext>
            </a:extLst>
          </p:cNvPr>
          <p:cNvSpPr>
            <a:spLocks noGrp="1"/>
          </p:cNvSpPr>
          <p:nvPr/>
        </p:nvSpPr>
        <p:spPr>
          <a:xfrm>
            <a:off x="11313795" y="704850"/>
            <a:ext cx="1419225" cy="1047750"/>
          </a:xfrm>
          <a:custGeom>
            <a:pathLst>
              <a:path w="1419225" h="1047750">
                <a:moveTo>
                  <a:pt x="0" y="485775"/>
                </a:moveTo>
                <a:lnTo>
                  <a:pt x="485775" y="0"/>
                </a:lnTo>
                <a:lnTo>
                  <a:pt x="323850" y="0"/>
                </a:lnTo>
                <a:lnTo>
                  <a:pt x="0" y="3238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79" name="连续预留-物理块8-斜纹3">
            <a:extLst>
              <a:ext uri="{FF2B5EF4-FFF2-40B4-BE49-F238E27FC236}">
                <ns2:creationId id="{D161A6A1-6707-4AF6-AF55-7B21D7804E86}"/>
              </a:ext>
            </a:extLst>
          </p:cNvPr>
          <p:cNvSpPr>
            <a:spLocks noGrp="1"/>
          </p:cNvSpPr>
          <p:nvPr/>
        </p:nvSpPr>
        <p:spPr>
          <a:xfrm>
            <a:off x="11313795" y="704850"/>
            <a:ext cx="1419225" cy="1047750"/>
          </a:xfrm>
          <a:custGeom>
            <a:pathLst>
              <a:path w="1419225" h="1047750">
                <a:moveTo>
                  <a:pt x="0" y="809625"/>
                </a:moveTo>
                <a:lnTo>
                  <a:pt x="809625" y="0"/>
                </a:lnTo>
                <a:lnTo>
                  <a:pt x="647700" y="0"/>
                </a:lnTo>
                <a:lnTo>
                  <a:pt x="0" y="64770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80" name="连续预留-物理块8-斜纹4">
            <a:extLst>
              <a:ext uri="{FF2B5EF4-FFF2-40B4-BE49-F238E27FC236}">
                <ns2:creationId id="{CA397925-68EA-4C6D-87E9-BAA2514D6E56}"/>
              </a:ext>
            </a:extLst>
          </p:cNvPr>
          <p:cNvSpPr>
            <a:spLocks noGrp="1"/>
          </p:cNvSpPr>
          <p:nvPr/>
        </p:nvSpPr>
        <p:spPr>
          <a:xfrm>
            <a:off x="11313795" y="704850"/>
            <a:ext cx="1419225" cy="1047750"/>
          </a:xfrm>
          <a:custGeom>
            <a:pathLst>
              <a:path w="1419225" h="1047750">
                <a:moveTo>
                  <a:pt x="0" y="1047750"/>
                </a:moveTo>
                <a:lnTo>
                  <a:pt x="85725" y="1047750"/>
                </a:lnTo>
                <a:lnTo>
                  <a:pt x="1133475" y="0"/>
                </a:lnTo>
                <a:lnTo>
                  <a:pt x="971550" y="0"/>
                </a:lnTo>
                <a:lnTo>
                  <a:pt x="0" y="9715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81" name="连续预留-物理块8-斜纹5">
            <a:extLst>
              <a:ext uri="{FF2B5EF4-FFF2-40B4-BE49-F238E27FC236}">
                <ns2:creationId id="{3EA5BBC3-0031-4668-82F3-7D1649931E1B}"/>
              </a:ext>
            </a:extLst>
          </p:cNvPr>
          <p:cNvSpPr>
            <a:spLocks noGrp="1"/>
          </p:cNvSpPr>
          <p:nvPr/>
        </p:nvSpPr>
        <p:spPr>
          <a:xfrm>
            <a:off x="11313795" y="704850"/>
            <a:ext cx="1419225" cy="1047750"/>
          </a:xfrm>
          <a:custGeom>
            <a:pathLst>
              <a:path w="1419225" h="1047750">
                <a:moveTo>
                  <a:pt x="247650" y="1047750"/>
                </a:moveTo>
                <a:lnTo>
                  <a:pt x="409575" y="1047750"/>
                </a:lnTo>
                <a:lnTo>
                  <a:pt x="1419225" y="38100"/>
                </a:lnTo>
                <a:lnTo>
                  <a:pt x="1419225" y="0"/>
                </a:lnTo>
                <a:lnTo>
                  <a:pt x="12954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82" name="连续预留-物理块8-斜纹6">
            <a:extLst>
              <a:ext uri="{FF2B5EF4-FFF2-40B4-BE49-F238E27FC236}">
                <ns2:creationId id="{4EEAD658-2954-4111-9D15-791BE1FDBE4E}"/>
              </a:ext>
            </a:extLst>
          </p:cNvPr>
          <p:cNvSpPr>
            <a:spLocks noGrp="1"/>
          </p:cNvSpPr>
          <p:nvPr/>
        </p:nvSpPr>
        <p:spPr>
          <a:xfrm>
            <a:off x="11313795" y="704850"/>
            <a:ext cx="1419225" cy="1047750"/>
          </a:xfrm>
          <a:custGeom>
            <a:pathLst>
              <a:path w="1419225" h="1047750">
                <a:moveTo>
                  <a:pt x="571500" y="1047750"/>
                </a:moveTo>
                <a:lnTo>
                  <a:pt x="733425" y="1047750"/>
                </a:lnTo>
                <a:lnTo>
                  <a:pt x="1419225" y="361950"/>
                </a:lnTo>
                <a:lnTo>
                  <a:pt x="1419225" y="20002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83" name="连续预留-物理块8-斜纹7">
            <a:extLst>
              <a:ext uri="{FF2B5EF4-FFF2-40B4-BE49-F238E27FC236}">
                <ns2:creationId id="{17B1B973-7864-4190-BC07-455C38FDB578}"/>
              </a:ext>
            </a:extLst>
          </p:cNvPr>
          <p:cNvSpPr>
            <a:spLocks noGrp="1"/>
          </p:cNvSpPr>
          <p:nvPr/>
        </p:nvSpPr>
        <p:spPr>
          <a:xfrm>
            <a:off x="11313795" y="704850"/>
            <a:ext cx="1419225" cy="1047750"/>
          </a:xfrm>
          <a:custGeom>
            <a:pathLst>
              <a:path w="1419225" h="1047750">
                <a:moveTo>
                  <a:pt x="895350" y="1047750"/>
                </a:moveTo>
                <a:lnTo>
                  <a:pt x="1057275" y="1047750"/>
                </a:lnTo>
                <a:lnTo>
                  <a:pt x="1419225" y="685800"/>
                </a:lnTo>
                <a:lnTo>
                  <a:pt x="1419225" y="52387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84" name="连续预留-物理块8-斜纹8">
            <a:extLst>
              <a:ext uri="{FF2B5EF4-FFF2-40B4-BE49-F238E27FC236}">
                <ns2:creationId id="{1557AF00-4A7F-47E3-9D7E-CD2A1DEEA9E5}"/>
              </a:ext>
            </a:extLst>
          </p:cNvPr>
          <p:cNvSpPr>
            <a:spLocks noGrp="1"/>
          </p:cNvSpPr>
          <p:nvPr/>
        </p:nvSpPr>
        <p:spPr>
          <a:xfrm>
            <a:off x="11313795" y="704850"/>
            <a:ext cx="1419225" cy="1047750"/>
          </a:xfrm>
          <a:custGeom>
            <a:pathLst>
              <a:path w="1419225" h="1047750">
                <a:moveTo>
                  <a:pt x="1219200" y="1047750"/>
                </a:moveTo>
                <a:lnTo>
                  <a:pt x="1381125" y="1047750"/>
                </a:lnTo>
                <a:lnTo>
                  <a:pt x="1419225" y="1009650"/>
                </a:lnTo>
                <a:lnTo>
                  <a:pt x="1419225" y="84772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85" name="连续预留-物理块8-标签">
            <a:extLst>
              <a:ext uri="{FF2B5EF4-FFF2-40B4-BE49-F238E27FC236}">
                <ns2:creationId id="{C64F0A6B-ADE3-4FA3-B77B-861C7FA07184}"/>
              </a:ext>
            </a:extLst>
          </p:cNvPr>
          <p:cNvSpPr>
            <a:spLocks noGrp="1"/>
          </p:cNvSpPr>
          <p:nvPr/>
        </p:nvSpPr>
        <p:spPr>
          <a:xfrm>
            <a:off x="11332845" y="94297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C预留</a:t>
            </a:r>
          </a:p>
        </p:txBody>
      </p:sp>
      <p:sp>
        <p:nvSpPr>
          <p:cNvPr id="86" name="连续预留-物理块8-KV槽位1">
            <a:extLst>
              <a:ext uri="{FF2B5EF4-FFF2-40B4-BE49-F238E27FC236}">
                <ns2:creationId id="{4683C504-AACE-4F0E-8245-1049F522E600}"/>
              </a:ext>
            </a:extLst>
          </p:cNvPr>
          <p:cNvSpPr>
            <a:spLocks noGrp="1"/>
          </p:cNvSpPr>
          <p:nvPr/>
        </p:nvSpPr>
        <p:spPr>
          <a:xfrm>
            <a:off x="11428095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87" name="连续预留-物理块8-KV槽位2">
            <a:extLst>
              <a:ext uri="{FF2B5EF4-FFF2-40B4-BE49-F238E27FC236}">
                <ns2:creationId id="{D7E2600E-230D-4893-A0EE-E62DE5A9CB6F}"/>
              </a:ext>
            </a:extLst>
          </p:cNvPr>
          <p:cNvSpPr>
            <a:spLocks noGrp="1"/>
          </p:cNvSpPr>
          <p:nvPr/>
        </p:nvSpPr>
        <p:spPr>
          <a:xfrm>
            <a:off x="11742420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88" name="连续预留-物理块8-KV槽位3">
            <a:extLst>
              <a:ext uri="{FF2B5EF4-FFF2-40B4-BE49-F238E27FC236}">
                <ns2:creationId id="{E1490F4D-259F-491D-928E-A1A302688888}"/>
              </a:ext>
            </a:extLst>
          </p:cNvPr>
          <p:cNvSpPr>
            <a:spLocks noGrp="1"/>
          </p:cNvSpPr>
          <p:nvPr/>
        </p:nvSpPr>
        <p:spPr>
          <a:xfrm>
            <a:off x="12056745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89" name="连续预留-物理块8-KV槽位4">
            <a:extLst>
              <a:ext uri="{FF2B5EF4-FFF2-40B4-BE49-F238E27FC236}">
                <ns2:creationId id="{887DF655-63D1-4E72-843E-908B80B8EF82}"/>
              </a:ext>
            </a:extLst>
          </p:cNvPr>
          <p:cNvSpPr>
            <a:spLocks noGrp="1"/>
          </p:cNvSpPr>
          <p:nvPr/>
        </p:nvSpPr>
        <p:spPr>
          <a:xfrm>
            <a:off x="12371070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90" name="连续预留-物理块8-编号">
            <a:extLst>
              <a:ext uri="{FF2B5EF4-FFF2-40B4-BE49-F238E27FC236}">
                <ns2:creationId id="{5863B19B-E2D4-4997-AB8A-7695480D881D}"/>
              </a:ext>
            </a:extLst>
          </p:cNvPr>
          <p:cNvSpPr>
            <a:spLocks noGrp="1"/>
          </p:cNvSpPr>
          <p:nvPr/>
        </p:nvSpPr>
        <p:spPr>
          <a:xfrm>
            <a:off x="11313795" y="183832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#8</a:t>
            </a:r>
          </a:p>
        </p:txBody>
      </p:sp>
      <p:sp>
        <p:nvSpPr>
          <p:cNvPr id="91" name="连续预留-物理块9-背景">
            <a:extLst>
              <a:ext uri="{FF2B5EF4-FFF2-40B4-BE49-F238E27FC236}">
                <ns2:creationId id="{F684E5DE-C124-44E6-B5D8-B75637ADA000}"/>
              </a:ext>
            </a:extLst>
          </p:cNvPr>
          <p:cNvSpPr>
            <a:spLocks noGrp="1"/>
          </p:cNvSpPr>
          <p:nvPr/>
        </p:nvSpPr>
        <p:spPr>
          <a:xfrm>
            <a:off x="12889230" y="704850"/>
            <a:ext cx="1419225" cy="1047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2" name="连续预留-物理块9-斜纹1">
            <a:extLst>
              <a:ext uri="{FF2B5EF4-FFF2-40B4-BE49-F238E27FC236}">
                <ns2:creationId id="{FF8E85A1-D0D9-47F6-BD2F-D98C46C41BA4}"/>
              </a:ext>
            </a:extLst>
          </p:cNvPr>
          <p:cNvSpPr>
            <a:spLocks noGrp="1"/>
          </p:cNvSpPr>
          <p:nvPr/>
        </p:nvSpPr>
        <p:spPr>
          <a:xfrm>
            <a:off x="12889230" y="704850"/>
            <a:ext cx="1419225" cy="1047750"/>
          </a:xfrm>
          <a:custGeom>
            <a:pathLst>
              <a:path w="1419225" h="1047750">
                <a:moveTo>
                  <a:pt x="0" y="161925"/>
                </a:moveTo>
                <a:lnTo>
                  <a:pt x="16192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93" name="连续预留-物理块9-斜纹2">
            <a:extLst>
              <a:ext uri="{FF2B5EF4-FFF2-40B4-BE49-F238E27FC236}">
                <ns2:creationId id="{D3619ADB-91EE-43E0-8C48-F2B3078AC930}"/>
              </a:ext>
            </a:extLst>
          </p:cNvPr>
          <p:cNvSpPr>
            <a:spLocks noGrp="1"/>
          </p:cNvSpPr>
          <p:nvPr/>
        </p:nvSpPr>
        <p:spPr>
          <a:xfrm>
            <a:off x="12889230" y="704850"/>
            <a:ext cx="1419225" cy="1047750"/>
          </a:xfrm>
          <a:custGeom>
            <a:pathLst>
              <a:path w="1419225" h="1047750">
                <a:moveTo>
                  <a:pt x="0" y="485775"/>
                </a:moveTo>
                <a:lnTo>
                  <a:pt x="485775" y="0"/>
                </a:lnTo>
                <a:lnTo>
                  <a:pt x="323850" y="0"/>
                </a:lnTo>
                <a:lnTo>
                  <a:pt x="0" y="3238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94" name="连续预留-物理块9-斜纹3">
            <a:extLst>
              <a:ext uri="{FF2B5EF4-FFF2-40B4-BE49-F238E27FC236}">
                <ns2:creationId id="{A5B1BEB0-CD14-4C31-856B-9DE8B0CB33BA}"/>
              </a:ext>
            </a:extLst>
          </p:cNvPr>
          <p:cNvSpPr>
            <a:spLocks noGrp="1"/>
          </p:cNvSpPr>
          <p:nvPr/>
        </p:nvSpPr>
        <p:spPr>
          <a:xfrm>
            <a:off x="12889230" y="704850"/>
            <a:ext cx="1419225" cy="1047750"/>
          </a:xfrm>
          <a:custGeom>
            <a:pathLst>
              <a:path w="1419225" h="1047750">
                <a:moveTo>
                  <a:pt x="0" y="809625"/>
                </a:moveTo>
                <a:lnTo>
                  <a:pt x="809625" y="0"/>
                </a:lnTo>
                <a:lnTo>
                  <a:pt x="647700" y="0"/>
                </a:lnTo>
                <a:lnTo>
                  <a:pt x="0" y="64770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95" name="连续预留-物理块9-斜纹4">
            <a:extLst>
              <a:ext uri="{FF2B5EF4-FFF2-40B4-BE49-F238E27FC236}">
                <ns2:creationId id="{E7F29C05-35BF-4AD6-A866-E381954754C8}"/>
              </a:ext>
            </a:extLst>
          </p:cNvPr>
          <p:cNvSpPr>
            <a:spLocks noGrp="1"/>
          </p:cNvSpPr>
          <p:nvPr/>
        </p:nvSpPr>
        <p:spPr>
          <a:xfrm>
            <a:off x="12889230" y="704850"/>
            <a:ext cx="1419225" cy="1047750"/>
          </a:xfrm>
          <a:custGeom>
            <a:pathLst>
              <a:path w="1419225" h="1047750">
                <a:moveTo>
                  <a:pt x="0" y="1047750"/>
                </a:moveTo>
                <a:lnTo>
                  <a:pt x="85725" y="1047750"/>
                </a:lnTo>
                <a:lnTo>
                  <a:pt x="1133475" y="0"/>
                </a:lnTo>
                <a:lnTo>
                  <a:pt x="971550" y="0"/>
                </a:lnTo>
                <a:lnTo>
                  <a:pt x="0" y="9715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96" name="连续预留-物理块9-斜纹5">
            <a:extLst>
              <a:ext uri="{FF2B5EF4-FFF2-40B4-BE49-F238E27FC236}">
                <ns2:creationId id="{61FCF9EA-628D-4B06-AF9C-5FD54C622C68}"/>
              </a:ext>
            </a:extLst>
          </p:cNvPr>
          <p:cNvSpPr>
            <a:spLocks noGrp="1"/>
          </p:cNvSpPr>
          <p:nvPr/>
        </p:nvSpPr>
        <p:spPr>
          <a:xfrm>
            <a:off x="12889230" y="704850"/>
            <a:ext cx="1419225" cy="1047750"/>
          </a:xfrm>
          <a:custGeom>
            <a:pathLst>
              <a:path w="1419225" h="1047750">
                <a:moveTo>
                  <a:pt x="247650" y="1047750"/>
                </a:moveTo>
                <a:lnTo>
                  <a:pt x="409575" y="1047750"/>
                </a:lnTo>
                <a:lnTo>
                  <a:pt x="1419225" y="38100"/>
                </a:lnTo>
                <a:lnTo>
                  <a:pt x="1419225" y="0"/>
                </a:lnTo>
                <a:lnTo>
                  <a:pt x="12954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97" name="连续预留-物理块9-斜纹6">
            <a:extLst>
              <a:ext uri="{FF2B5EF4-FFF2-40B4-BE49-F238E27FC236}">
                <ns2:creationId id="{B98EEA07-8739-418A-A6A6-FA31B7E29CA6}"/>
              </a:ext>
            </a:extLst>
          </p:cNvPr>
          <p:cNvSpPr>
            <a:spLocks noGrp="1"/>
          </p:cNvSpPr>
          <p:nvPr/>
        </p:nvSpPr>
        <p:spPr>
          <a:xfrm>
            <a:off x="12889230" y="704850"/>
            <a:ext cx="1419225" cy="1047750"/>
          </a:xfrm>
          <a:custGeom>
            <a:pathLst>
              <a:path w="1419225" h="1047750">
                <a:moveTo>
                  <a:pt x="571500" y="1047750"/>
                </a:moveTo>
                <a:lnTo>
                  <a:pt x="733425" y="1047750"/>
                </a:lnTo>
                <a:lnTo>
                  <a:pt x="1419225" y="361950"/>
                </a:lnTo>
                <a:lnTo>
                  <a:pt x="1419225" y="20002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98" name="连续预留-物理块9-斜纹7">
            <a:extLst>
              <a:ext uri="{FF2B5EF4-FFF2-40B4-BE49-F238E27FC236}">
                <ns2:creationId id="{253B796F-3F1F-4B68-930B-959E65D7B585}"/>
              </a:ext>
            </a:extLst>
          </p:cNvPr>
          <p:cNvSpPr>
            <a:spLocks noGrp="1"/>
          </p:cNvSpPr>
          <p:nvPr/>
        </p:nvSpPr>
        <p:spPr>
          <a:xfrm>
            <a:off x="12889230" y="704850"/>
            <a:ext cx="1419225" cy="1047750"/>
          </a:xfrm>
          <a:custGeom>
            <a:pathLst>
              <a:path w="1419225" h="1047750">
                <a:moveTo>
                  <a:pt x="895350" y="1047750"/>
                </a:moveTo>
                <a:lnTo>
                  <a:pt x="1057275" y="1047750"/>
                </a:lnTo>
                <a:lnTo>
                  <a:pt x="1419225" y="685800"/>
                </a:lnTo>
                <a:lnTo>
                  <a:pt x="1419225" y="52387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99" name="连续预留-物理块9-斜纹8">
            <a:extLst>
              <a:ext uri="{FF2B5EF4-FFF2-40B4-BE49-F238E27FC236}">
                <ns2:creationId id="{41502FD2-1089-45B1-A345-2FE63DE74134}"/>
              </a:ext>
            </a:extLst>
          </p:cNvPr>
          <p:cNvSpPr>
            <a:spLocks noGrp="1"/>
          </p:cNvSpPr>
          <p:nvPr/>
        </p:nvSpPr>
        <p:spPr>
          <a:xfrm>
            <a:off x="12889230" y="704850"/>
            <a:ext cx="1419225" cy="1047750"/>
          </a:xfrm>
          <a:custGeom>
            <a:pathLst>
              <a:path w="1419225" h="1047750">
                <a:moveTo>
                  <a:pt x="1219200" y="1047750"/>
                </a:moveTo>
                <a:lnTo>
                  <a:pt x="1381125" y="1047750"/>
                </a:lnTo>
                <a:lnTo>
                  <a:pt x="1419225" y="1009650"/>
                </a:lnTo>
                <a:lnTo>
                  <a:pt x="1419225" y="84772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100" name="连续预留-物理块9-标签">
            <a:extLst>
              <a:ext uri="{FF2B5EF4-FFF2-40B4-BE49-F238E27FC236}">
                <ns2:creationId id="{CFEF12E0-4D25-44A7-AEB9-7608A76E0E03}"/>
              </a:ext>
            </a:extLst>
          </p:cNvPr>
          <p:cNvSpPr>
            <a:spLocks noGrp="1"/>
          </p:cNvSpPr>
          <p:nvPr/>
        </p:nvSpPr>
        <p:spPr>
          <a:xfrm>
            <a:off x="12908280" y="94297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C预留</a:t>
            </a:r>
          </a:p>
        </p:txBody>
      </p:sp>
      <p:sp>
        <p:nvSpPr>
          <p:cNvPr id="101" name="连续预留-物理块9-KV槽位1">
            <a:extLst>
              <a:ext uri="{FF2B5EF4-FFF2-40B4-BE49-F238E27FC236}">
                <ns2:creationId id="{299CF74B-D593-42E6-B785-FC1275BBD95A}"/>
              </a:ext>
            </a:extLst>
          </p:cNvPr>
          <p:cNvSpPr>
            <a:spLocks noGrp="1"/>
          </p:cNvSpPr>
          <p:nvPr/>
        </p:nvSpPr>
        <p:spPr>
          <a:xfrm>
            <a:off x="13003530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102" name="连续预留-物理块9-KV槽位2">
            <a:extLst>
              <a:ext uri="{FF2B5EF4-FFF2-40B4-BE49-F238E27FC236}">
                <ns2:creationId id="{5BFA2A6B-D5D5-4626-92C6-E066C6C30C2A}"/>
              </a:ext>
            </a:extLst>
          </p:cNvPr>
          <p:cNvSpPr>
            <a:spLocks noGrp="1"/>
          </p:cNvSpPr>
          <p:nvPr/>
        </p:nvSpPr>
        <p:spPr>
          <a:xfrm>
            <a:off x="13317855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103" name="连续预留-物理块9-KV槽位3">
            <a:extLst>
              <a:ext uri="{FF2B5EF4-FFF2-40B4-BE49-F238E27FC236}">
                <ns2:creationId id="{EA5C98BF-BBB7-475E-9607-B885D1AB20C3}"/>
              </a:ext>
            </a:extLst>
          </p:cNvPr>
          <p:cNvSpPr>
            <a:spLocks noGrp="1"/>
          </p:cNvSpPr>
          <p:nvPr/>
        </p:nvSpPr>
        <p:spPr>
          <a:xfrm>
            <a:off x="13632180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104" name="连续预留-物理块9-KV槽位4">
            <a:extLst>
              <a:ext uri="{FF2B5EF4-FFF2-40B4-BE49-F238E27FC236}">
                <ns2:creationId id="{D0577D04-7E2D-470C-92BF-EE42438EDA3D}"/>
              </a:ext>
            </a:extLst>
          </p:cNvPr>
          <p:cNvSpPr>
            <a:spLocks noGrp="1"/>
          </p:cNvSpPr>
          <p:nvPr/>
        </p:nvSpPr>
        <p:spPr>
          <a:xfrm>
            <a:off x="13946505" y="1485900"/>
            <a:ext cx="257175" cy="114300"/>
          </a:xfrm>
          <a:prstGeom prst="rect">
            <a:avLst/>
          </a:prstGeom>
          <a:solidFill>
            <a:srgbClr val="B8BEC6">
              <a:alpha val="50000"/>
            </a:srgbClr>
          </a:solidFill>
          <a:ln w="0">
            <a:noFill/>
          </a:ln>
        </p:spPr>
      </p:sp>
      <p:sp>
        <p:nvSpPr>
          <p:cNvPr id="105" name="连续预留-物理块9-编号">
            <a:extLst>
              <a:ext uri="{FF2B5EF4-FFF2-40B4-BE49-F238E27FC236}">
                <ns2:creationId id="{0156E9E3-B634-438D-A411-9A3FF861A951}"/>
              </a:ext>
            </a:extLst>
          </p:cNvPr>
          <p:cNvSpPr>
            <a:spLocks noGrp="1"/>
          </p:cNvSpPr>
          <p:nvPr/>
        </p:nvSpPr>
        <p:spPr>
          <a:xfrm>
            <a:off x="12889230" y="183832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#9</a:t>
            </a:r>
          </a:p>
        </p:txBody>
      </p:sp>
      <p:sp>
        <p:nvSpPr>
          <p:cNvPr id="106" name="分页分配-标题">
            <a:extLst>
              <a:ext uri="{FF2B5EF4-FFF2-40B4-BE49-F238E27FC236}">
                <ns2:creationId id="{C170DB08-D12C-47B6-8DE0-D7B31C7341E7}"/>
              </a:ext>
            </a:extLst>
          </p:cNvPr>
          <p:cNvSpPr>
            <a:spLocks noGrp="1"/>
          </p:cNvSpPr>
          <p:nvPr/>
        </p:nvSpPr>
        <p:spPr>
          <a:xfrm>
            <a:off x="285750" y="2505075"/>
            <a:ext cx="12573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buNone/>
              <a:defRPr sz="21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分页分配</a:t>
            </a:r>
          </a:p>
        </p:txBody>
      </p:sp>
      <p:sp>
        <p:nvSpPr>
          <p:cNvPr id="107" name="分页分配-说明">
            <a:extLst>
              <a:ext uri="{FF2B5EF4-FFF2-40B4-BE49-F238E27FC236}">
                <ns2:creationId id="{CA6E3F84-EF03-4F25-B2AE-E768251F706F}"/>
              </a:ext>
            </a:extLst>
          </p:cNvPr>
          <p:cNvSpPr>
            <a:spLocks noGrp="1"/>
          </p:cNvSpPr>
          <p:nvPr/>
        </p:nvSpPr>
        <p:spPr>
          <a:xfrm>
            <a:off x="1685925" y="2524125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按需占用 4 块；5 块空闲</a:t>
            </a:r>
          </a:p>
        </p:txBody>
      </p:sp>
      <p:sp>
        <p:nvSpPr>
          <p:cNvPr id="108" name="分页分配-物理块1-背景">
            <a:extLst>
              <a:ext uri="{FF2B5EF4-FFF2-40B4-BE49-F238E27FC236}">
                <ns2:creationId id="{657B557C-6C36-4650-86BA-191D8B3688D4}"/>
              </a:ext>
            </a:extLst>
          </p:cNvPr>
          <p:cNvSpPr>
            <a:spLocks noGrp="1"/>
          </p:cNvSpPr>
          <p:nvPr/>
        </p:nvSpPr>
        <p:spPr>
          <a:xfrm>
            <a:off x="285750" y="3086100"/>
            <a:ext cx="1419225" cy="1047750"/>
          </a:xfrm>
          <a:prstGeom prst="rect">
            <a:avLst/>
          </a:prstGeom>
          <a:solidFill>
            <a:srgbClr val="FCF4DA"/>
          </a:solidFill>
          <a:ln w="0">
            <a:noFill/>
          </a:ln>
        </p:spPr>
      </p:sp>
      <p:sp>
        <p:nvSpPr>
          <p:cNvPr id="109" name="分页分配-物理块1-标签">
            <a:extLst>
              <a:ext uri="{FF2B5EF4-FFF2-40B4-BE49-F238E27FC236}">
                <ns2:creationId id="{86455B2E-AF31-4388-B6A6-84D67C42698E}"/>
              </a:ext>
            </a:extLst>
          </p:cNvPr>
          <p:cNvSpPr>
            <a:spLocks noGrp="1"/>
          </p:cNvSpPr>
          <p:nvPr/>
        </p:nvSpPr>
        <p:spPr>
          <a:xfrm>
            <a:off x="304800" y="332422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B1</a:t>
            </a:r>
          </a:p>
        </p:txBody>
      </p:sp>
      <p:sp>
        <p:nvSpPr>
          <p:cNvPr id="110" name="分页分配-物理块1-KV槽位1">
            <a:extLst>
              <a:ext uri="{FF2B5EF4-FFF2-40B4-BE49-F238E27FC236}">
                <ns2:creationId id="{4B523E65-163F-4CFA-95FF-17B5C9A2A4B5}"/>
              </a:ext>
            </a:extLst>
          </p:cNvPr>
          <p:cNvSpPr>
            <a:spLocks noGrp="1"/>
          </p:cNvSpPr>
          <p:nvPr/>
        </p:nvSpPr>
        <p:spPr>
          <a:xfrm>
            <a:off x="400050" y="3867150"/>
            <a:ext cx="257175" cy="114300"/>
          </a:xfrm>
          <a:prstGeom prst="rect">
            <a:avLst/>
          </a:prstGeom>
          <a:solidFill>
            <a:srgbClr val="F7CA3E"/>
          </a:solidFill>
          <a:ln w="0">
            <a:noFill/>
          </a:ln>
        </p:spPr>
      </p:sp>
      <p:sp>
        <p:nvSpPr>
          <p:cNvPr id="111" name="分页分配-物理块1-KV槽位2">
            <a:extLst>
              <a:ext uri="{FF2B5EF4-FFF2-40B4-BE49-F238E27FC236}">
                <ns2:creationId id="{CD764964-66E9-4975-9C79-806C6FAD3C32}"/>
              </a:ext>
            </a:extLst>
          </p:cNvPr>
          <p:cNvSpPr>
            <a:spLocks noGrp="1"/>
          </p:cNvSpPr>
          <p:nvPr/>
        </p:nvSpPr>
        <p:spPr>
          <a:xfrm>
            <a:off x="714375" y="3867150"/>
            <a:ext cx="257175" cy="114300"/>
          </a:xfrm>
          <a:prstGeom prst="rect">
            <a:avLst/>
          </a:prstGeom>
          <a:solidFill>
            <a:srgbClr val="F7CA3E"/>
          </a:solidFill>
          <a:ln w="0">
            <a:noFill/>
          </a:ln>
        </p:spPr>
      </p:sp>
      <p:sp>
        <p:nvSpPr>
          <p:cNvPr id="112" name="分页分配-物理块1-KV槽位3">
            <a:extLst>
              <a:ext uri="{FF2B5EF4-FFF2-40B4-BE49-F238E27FC236}">
                <ns2:creationId id="{D4C7E032-5F26-4DEE-85DC-B8127D96E1AE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257175" cy="114300"/>
          </a:xfrm>
          <a:prstGeom prst="rect">
            <a:avLst/>
          </a:prstGeom>
          <a:solidFill>
            <a:srgbClr val="F7CA3E"/>
          </a:solidFill>
          <a:ln w="0">
            <a:noFill/>
          </a:ln>
        </p:spPr>
      </p:sp>
      <p:sp>
        <p:nvSpPr>
          <p:cNvPr id="113" name="分页分配-物理块1-KV槽位4">
            <a:extLst>
              <a:ext uri="{FF2B5EF4-FFF2-40B4-BE49-F238E27FC236}">
                <ns2:creationId id="{D18FC87F-256D-47F8-8DB4-73065D356029}"/>
              </a:ext>
            </a:extLst>
          </p:cNvPr>
          <p:cNvSpPr>
            <a:spLocks noGrp="1"/>
          </p:cNvSpPr>
          <p:nvPr/>
        </p:nvSpPr>
        <p:spPr>
          <a:xfrm>
            <a:off x="1343025" y="3867150"/>
            <a:ext cx="257175" cy="114300"/>
          </a:xfrm>
          <a:prstGeom prst="rect">
            <a:avLst/>
          </a:prstGeom>
          <a:solidFill>
            <a:srgbClr val="F7CA3E"/>
          </a:solidFill>
          <a:ln w="0">
            <a:noFill/>
          </a:ln>
        </p:spPr>
      </p:sp>
      <p:sp>
        <p:nvSpPr>
          <p:cNvPr id="114" name="分页分配-物理块1-编号">
            <a:extLst>
              <a:ext uri="{FF2B5EF4-FFF2-40B4-BE49-F238E27FC236}">
                <ns2:creationId id="{0E29192A-C393-41A1-8775-58BD35AE5D9F}"/>
              </a:ext>
            </a:extLst>
          </p:cNvPr>
          <p:cNvSpPr>
            <a:spLocks noGrp="1"/>
          </p:cNvSpPr>
          <p:nvPr/>
        </p:nvSpPr>
        <p:spPr>
          <a:xfrm>
            <a:off x="285750" y="421957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#1</a:t>
            </a:r>
          </a:p>
        </p:txBody>
      </p:sp>
      <p:sp>
        <p:nvSpPr>
          <p:cNvPr id="115" name="分页分配-物理块2-背景">
            <a:extLst>
              <a:ext uri="{FF2B5EF4-FFF2-40B4-BE49-F238E27FC236}">
                <ns2:creationId id="{DED6E94B-6266-425C-A736-7ECFEF92AFE9}"/>
              </a:ext>
            </a:extLst>
          </p:cNvPr>
          <p:cNvSpPr>
            <a:spLocks noGrp="1"/>
          </p:cNvSpPr>
          <p:nvPr/>
        </p:nvSpPr>
        <p:spPr>
          <a:xfrm>
            <a:off x="1861185" y="3086100"/>
            <a:ext cx="1419225" cy="1047750"/>
          </a:xfrm>
          <a:prstGeom prst="rect">
            <a:avLst/>
          </a:prstGeom>
          <a:solidFill>
            <a:srgbClr val="D5E1F5"/>
          </a:solidFill>
          <a:ln w="0">
            <a:noFill/>
          </a:ln>
        </p:spPr>
      </p:sp>
      <p:sp>
        <p:nvSpPr>
          <p:cNvPr id="116" name="分页分配-物理块2-标签">
            <a:extLst>
              <a:ext uri="{FF2B5EF4-FFF2-40B4-BE49-F238E27FC236}">
                <ns2:creationId id="{CADEA4F1-E995-47C6-8DE4-D97F0A287605}"/>
              </a:ext>
            </a:extLst>
          </p:cNvPr>
          <p:cNvSpPr>
            <a:spLocks noGrp="1"/>
          </p:cNvSpPr>
          <p:nvPr/>
        </p:nvSpPr>
        <p:spPr>
          <a:xfrm>
            <a:off x="1880235" y="332422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  <p:sp>
        <p:nvSpPr>
          <p:cNvPr id="117" name="分页分配-物理块2-KV槽位1">
            <a:extLst>
              <a:ext uri="{FF2B5EF4-FFF2-40B4-BE49-F238E27FC236}">
                <ns2:creationId id="{31FF7028-8F56-4B4C-BB91-AA3AF985B286}"/>
              </a:ext>
            </a:extLst>
          </p:cNvPr>
          <p:cNvSpPr>
            <a:spLocks noGrp="1"/>
          </p:cNvSpPr>
          <p:nvPr/>
        </p:nvSpPr>
        <p:spPr>
          <a:xfrm>
            <a:off x="1975485" y="3867150"/>
            <a:ext cx="257175" cy="114300"/>
          </a:xfrm>
          <a:prstGeom prst="rect">
            <a:avLst/>
          </a:prstGeom>
          <a:solidFill>
            <a:srgbClr val="2D65C5"/>
          </a:solidFill>
          <a:ln w="0">
            <a:noFill/>
          </a:ln>
        </p:spPr>
      </p:sp>
      <p:sp>
        <p:nvSpPr>
          <p:cNvPr id="118" name="分页分配-物理块2-KV槽位2">
            <a:extLst>
              <a:ext uri="{FF2B5EF4-FFF2-40B4-BE49-F238E27FC236}">
                <ns2:creationId id="{EAB7A0BE-D447-4809-B422-77AFFB0ED079}"/>
              </a:ext>
            </a:extLst>
          </p:cNvPr>
          <p:cNvSpPr>
            <a:spLocks noGrp="1"/>
          </p:cNvSpPr>
          <p:nvPr/>
        </p:nvSpPr>
        <p:spPr>
          <a:xfrm>
            <a:off x="2289810" y="3867150"/>
            <a:ext cx="257175" cy="114300"/>
          </a:xfrm>
          <a:prstGeom prst="rect">
            <a:avLst/>
          </a:prstGeom>
          <a:solidFill>
            <a:srgbClr val="2D65C5"/>
          </a:solidFill>
          <a:ln w="0">
            <a:noFill/>
          </a:ln>
        </p:spPr>
      </p:sp>
      <p:sp>
        <p:nvSpPr>
          <p:cNvPr id="119" name="分页分配-物理块2-KV槽位3">
            <a:extLst>
              <a:ext uri="{FF2B5EF4-FFF2-40B4-BE49-F238E27FC236}">
                <ns2:creationId id="{BBA64AE6-2F79-43B3-8D9A-0A057E846C69}"/>
              </a:ext>
            </a:extLst>
          </p:cNvPr>
          <p:cNvSpPr>
            <a:spLocks noGrp="1"/>
          </p:cNvSpPr>
          <p:nvPr/>
        </p:nvSpPr>
        <p:spPr>
          <a:xfrm>
            <a:off x="2604135" y="3867150"/>
            <a:ext cx="257175" cy="114300"/>
          </a:xfrm>
          <a:prstGeom prst="rect">
            <a:avLst/>
          </a:prstGeom>
          <a:solidFill>
            <a:srgbClr val="2D65C5"/>
          </a:solidFill>
          <a:ln w="0">
            <a:noFill/>
          </a:ln>
        </p:spPr>
      </p:sp>
      <p:sp>
        <p:nvSpPr>
          <p:cNvPr id="120" name="分页分配-物理块2-KV槽位4">
            <a:extLst>
              <a:ext uri="{FF2B5EF4-FFF2-40B4-BE49-F238E27FC236}">
                <ns2:creationId id="{CABDA0BE-7A41-41B8-B0BA-24C90EAE65A3}"/>
              </a:ext>
            </a:extLst>
          </p:cNvPr>
          <p:cNvSpPr>
            <a:spLocks noGrp="1"/>
          </p:cNvSpPr>
          <p:nvPr/>
        </p:nvSpPr>
        <p:spPr>
          <a:xfrm>
            <a:off x="2918460" y="3867150"/>
            <a:ext cx="257175" cy="114300"/>
          </a:xfrm>
          <a:prstGeom prst="rect">
            <a:avLst/>
          </a:prstGeom>
          <a:solidFill>
            <a:srgbClr val="2D65C5"/>
          </a:solidFill>
          <a:ln w="0">
            <a:noFill/>
          </a:ln>
        </p:spPr>
      </p:sp>
      <p:sp>
        <p:nvSpPr>
          <p:cNvPr id="121" name="分页分配-物理块2-编号">
            <a:extLst>
              <a:ext uri="{FF2B5EF4-FFF2-40B4-BE49-F238E27FC236}">
                <ns2:creationId id="{616AD5DB-2A23-4A07-AAEF-C46463747CDD}"/>
              </a:ext>
            </a:extLst>
          </p:cNvPr>
          <p:cNvSpPr>
            <a:spLocks noGrp="1"/>
          </p:cNvSpPr>
          <p:nvPr/>
        </p:nvSpPr>
        <p:spPr>
          <a:xfrm>
            <a:off x="1861185" y="421957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#2</a:t>
            </a:r>
          </a:p>
        </p:txBody>
      </p:sp>
      <p:sp>
        <p:nvSpPr>
          <p:cNvPr id="122" name="分页分配-物理块3-背景">
            <a:extLst>
              <a:ext uri="{FF2B5EF4-FFF2-40B4-BE49-F238E27FC236}">
                <ns2:creationId id="{3FA36C70-4F73-4441-A39E-B3834AA424A0}"/>
              </a:ext>
            </a:extLst>
          </p:cNvPr>
          <p:cNvSpPr>
            <a:spLocks noGrp="1"/>
          </p:cNvSpPr>
          <p:nvPr/>
        </p:nvSpPr>
        <p:spPr>
          <a:xfrm>
            <a:off x="3436620" y="3086100"/>
            <a:ext cx="1419225" cy="104775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</p:sp>
      <p:sp>
        <p:nvSpPr>
          <p:cNvPr id="123" name="分页分配-物理块3-标签">
            <a:extLst>
              <a:ext uri="{FF2B5EF4-FFF2-40B4-BE49-F238E27FC236}">
                <ns2:creationId id="{1835DD74-45C9-4277-AB1D-656ED920BDA0}"/>
              </a:ext>
            </a:extLst>
          </p:cNvPr>
          <p:cNvSpPr>
            <a:spLocks noGrp="1"/>
          </p:cNvSpPr>
          <p:nvPr/>
        </p:nvSpPr>
        <p:spPr>
          <a:xfrm>
            <a:off x="3455670" y="332422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空闲</a:t>
            </a:r>
          </a:p>
        </p:txBody>
      </p:sp>
      <p:sp>
        <p:nvSpPr>
          <p:cNvPr id="124" name="分页分配-物理块3-KV槽位1">
            <a:extLst>
              <a:ext uri="{FF2B5EF4-FFF2-40B4-BE49-F238E27FC236}">
                <ns2:creationId id="{FA71F5FE-8D82-40F0-B82C-233BB83E79A0}"/>
              </a:ext>
            </a:extLst>
          </p:cNvPr>
          <p:cNvSpPr>
            <a:spLocks noGrp="1"/>
          </p:cNvSpPr>
          <p:nvPr/>
        </p:nvSpPr>
        <p:spPr>
          <a:xfrm>
            <a:off x="3550920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25" name="分页分配-物理块3-KV槽位2">
            <a:extLst>
              <a:ext uri="{FF2B5EF4-FFF2-40B4-BE49-F238E27FC236}">
                <ns2:creationId id="{C988578F-3F07-474D-819C-F584B1466D21}"/>
              </a:ext>
            </a:extLst>
          </p:cNvPr>
          <p:cNvSpPr>
            <a:spLocks noGrp="1"/>
          </p:cNvSpPr>
          <p:nvPr/>
        </p:nvSpPr>
        <p:spPr>
          <a:xfrm>
            <a:off x="3865245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26" name="分页分配-物理块3-KV槽位3">
            <a:extLst>
              <a:ext uri="{FF2B5EF4-FFF2-40B4-BE49-F238E27FC236}">
                <ns2:creationId id="{7AF96F3F-933B-4E40-AB43-B84F4B3F6B69}"/>
              </a:ext>
            </a:extLst>
          </p:cNvPr>
          <p:cNvSpPr>
            <a:spLocks noGrp="1"/>
          </p:cNvSpPr>
          <p:nvPr/>
        </p:nvSpPr>
        <p:spPr>
          <a:xfrm>
            <a:off x="4179570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27" name="分页分配-物理块3-KV槽位4">
            <a:extLst>
              <a:ext uri="{FF2B5EF4-FFF2-40B4-BE49-F238E27FC236}">
                <ns2:creationId id="{5F113006-3F84-4B08-A40C-C7335AA28843}"/>
              </a:ext>
            </a:extLst>
          </p:cNvPr>
          <p:cNvSpPr>
            <a:spLocks noGrp="1"/>
          </p:cNvSpPr>
          <p:nvPr/>
        </p:nvSpPr>
        <p:spPr>
          <a:xfrm>
            <a:off x="4493895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28" name="分页分配-物理块3-编号">
            <a:extLst>
              <a:ext uri="{FF2B5EF4-FFF2-40B4-BE49-F238E27FC236}">
                <ns2:creationId id="{F8FBA7AE-30FD-4F43-BB16-44CEDD2831A4}"/>
              </a:ext>
            </a:extLst>
          </p:cNvPr>
          <p:cNvSpPr>
            <a:spLocks noGrp="1"/>
          </p:cNvSpPr>
          <p:nvPr/>
        </p:nvSpPr>
        <p:spPr>
          <a:xfrm>
            <a:off x="3436620" y="421957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#3</a:t>
            </a:r>
          </a:p>
        </p:txBody>
      </p:sp>
      <p:sp>
        <p:nvSpPr>
          <p:cNvPr id="129" name="分页分配-物理块4-背景">
            <a:extLst>
              <a:ext uri="{FF2B5EF4-FFF2-40B4-BE49-F238E27FC236}">
                <ns2:creationId id="{78966157-B90F-47E3-917E-F08D1DF38A54}"/>
              </a:ext>
            </a:extLst>
          </p:cNvPr>
          <p:cNvSpPr>
            <a:spLocks noGrp="1"/>
          </p:cNvSpPr>
          <p:nvPr/>
        </p:nvSpPr>
        <p:spPr>
          <a:xfrm>
            <a:off x="5012055" y="3086100"/>
            <a:ext cx="1419225" cy="104775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</p:sp>
      <p:sp>
        <p:nvSpPr>
          <p:cNvPr id="130" name="分页分配-物理块4-标签">
            <a:extLst>
              <a:ext uri="{FF2B5EF4-FFF2-40B4-BE49-F238E27FC236}">
                <ns2:creationId id="{E5AAD57D-387F-4D64-AC84-CCB6C32F19B7}"/>
              </a:ext>
            </a:extLst>
          </p:cNvPr>
          <p:cNvSpPr>
            <a:spLocks noGrp="1"/>
          </p:cNvSpPr>
          <p:nvPr/>
        </p:nvSpPr>
        <p:spPr>
          <a:xfrm>
            <a:off x="5031105" y="332422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空闲</a:t>
            </a:r>
          </a:p>
        </p:txBody>
      </p:sp>
      <p:sp>
        <p:nvSpPr>
          <p:cNvPr id="131" name="分页分配-物理块4-KV槽位1">
            <a:extLst>
              <a:ext uri="{FF2B5EF4-FFF2-40B4-BE49-F238E27FC236}">
                <ns2:creationId id="{5CFD06A0-AA92-4982-A472-FEDEE54E7A13}"/>
              </a:ext>
            </a:extLst>
          </p:cNvPr>
          <p:cNvSpPr>
            <a:spLocks noGrp="1"/>
          </p:cNvSpPr>
          <p:nvPr/>
        </p:nvSpPr>
        <p:spPr>
          <a:xfrm>
            <a:off x="5126355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32" name="分页分配-物理块4-KV槽位2">
            <a:extLst>
              <a:ext uri="{FF2B5EF4-FFF2-40B4-BE49-F238E27FC236}">
                <ns2:creationId id="{DAEAFBA6-1459-41AB-88CE-2824B80C6FBB}"/>
              </a:ext>
            </a:extLst>
          </p:cNvPr>
          <p:cNvSpPr>
            <a:spLocks noGrp="1"/>
          </p:cNvSpPr>
          <p:nvPr/>
        </p:nvSpPr>
        <p:spPr>
          <a:xfrm>
            <a:off x="5440680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33" name="分页分配-物理块4-KV槽位3">
            <a:extLst>
              <a:ext uri="{FF2B5EF4-FFF2-40B4-BE49-F238E27FC236}">
                <ns2:creationId id="{BF1A3976-D3D6-473D-8CA3-9578883A803D}"/>
              </a:ext>
            </a:extLst>
          </p:cNvPr>
          <p:cNvSpPr>
            <a:spLocks noGrp="1"/>
          </p:cNvSpPr>
          <p:nvPr/>
        </p:nvSpPr>
        <p:spPr>
          <a:xfrm>
            <a:off x="5755005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34" name="分页分配-物理块4-KV槽位4">
            <a:extLst>
              <a:ext uri="{FF2B5EF4-FFF2-40B4-BE49-F238E27FC236}">
                <ns2:creationId id="{937D7304-1CBD-4610-A039-E34E5AE1BECC}"/>
              </a:ext>
            </a:extLst>
          </p:cNvPr>
          <p:cNvSpPr>
            <a:spLocks noGrp="1"/>
          </p:cNvSpPr>
          <p:nvPr/>
        </p:nvSpPr>
        <p:spPr>
          <a:xfrm>
            <a:off x="6069330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35" name="分页分配-物理块4-编号">
            <a:extLst>
              <a:ext uri="{FF2B5EF4-FFF2-40B4-BE49-F238E27FC236}">
                <ns2:creationId id="{496E2CB8-1576-47AA-A61A-6FC9BBAD42AD}"/>
              </a:ext>
            </a:extLst>
          </p:cNvPr>
          <p:cNvSpPr>
            <a:spLocks noGrp="1"/>
          </p:cNvSpPr>
          <p:nvPr/>
        </p:nvSpPr>
        <p:spPr>
          <a:xfrm>
            <a:off x="5012055" y="421957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#4</a:t>
            </a:r>
          </a:p>
        </p:txBody>
      </p:sp>
      <p:sp>
        <p:nvSpPr>
          <p:cNvPr id="136" name="分页分配-物理块5-背景">
            <a:extLst>
              <a:ext uri="{FF2B5EF4-FFF2-40B4-BE49-F238E27FC236}">
                <ns2:creationId id="{532326A2-C9A5-4FD4-8FCA-D86FE1F2967E}"/>
              </a:ext>
            </a:extLst>
          </p:cNvPr>
          <p:cNvSpPr>
            <a:spLocks noGrp="1"/>
          </p:cNvSpPr>
          <p:nvPr/>
        </p:nvSpPr>
        <p:spPr>
          <a:xfrm>
            <a:off x="6587490" y="3086100"/>
            <a:ext cx="1419225" cy="1047750"/>
          </a:xfrm>
          <a:prstGeom prst="rect">
            <a:avLst/>
          </a:prstGeom>
          <a:solidFill>
            <a:srgbClr val="FBE3EF"/>
          </a:solidFill>
          <a:ln w="0">
            <a:noFill/>
          </a:ln>
        </p:spPr>
      </p:sp>
      <p:sp>
        <p:nvSpPr>
          <p:cNvPr id="137" name="分页分配-物理块5-标签">
            <a:extLst>
              <a:ext uri="{FF2B5EF4-FFF2-40B4-BE49-F238E27FC236}">
                <ns2:creationId id="{3A1C89DC-8AE7-4622-A503-F3F2EBB609D5}"/>
              </a:ext>
            </a:extLst>
          </p:cNvPr>
          <p:cNvSpPr>
            <a:spLocks noGrp="1"/>
          </p:cNvSpPr>
          <p:nvPr/>
        </p:nvSpPr>
        <p:spPr>
          <a:xfrm>
            <a:off x="6606540" y="332422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38" name="分页分配-物理块5-KV槽位1">
            <a:extLst>
              <a:ext uri="{FF2B5EF4-FFF2-40B4-BE49-F238E27FC236}">
                <ns2:creationId id="{0AC80D0F-2E5F-4342-B580-0975D34A8A76}"/>
              </a:ext>
            </a:extLst>
          </p:cNvPr>
          <p:cNvSpPr>
            <a:spLocks noGrp="1"/>
          </p:cNvSpPr>
          <p:nvPr/>
        </p:nvSpPr>
        <p:spPr>
          <a:xfrm>
            <a:off x="6701790" y="3867150"/>
            <a:ext cx="257175" cy="114300"/>
          </a:xfrm>
          <a:prstGeom prst="rect">
            <a:avLst/>
          </a:prstGeom>
          <a:solidFill>
            <a:srgbClr val="E96DB0"/>
          </a:solidFill>
          <a:ln w="0">
            <a:noFill/>
          </a:ln>
        </p:spPr>
      </p:sp>
      <p:sp>
        <p:nvSpPr>
          <p:cNvPr id="139" name="分页分配-物理块5-KV槽位2">
            <a:extLst>
              <a:ext uri="{FF2B5EF4-FFF2-40B4-BE49-F238E27FC236}">
                <ns2:creationId id="{754474DD-BD9C-4BC8-8BE4-861A2D16CA77}"/>
              </a:ext>
            </a:extLst>
          </p:cNvPr>
          <p:cNvSpPr>
            <a:spLocks noGrp="1"/>
          </p:cNvSpPr>
          <p:nvPr/>
        </p:nvSpPr>
        <p:spPr>
          <a:xfrm>
            <a:off x="7016115" y="3867150"/>
            <a:ext cx="257175" cy="114300"/>
          </a:xfrm>
          <a:prstGeom prst="rect">
            <a:avLst/>
          </a:prstGeom>
          <a:solidFill>
            <a:srgbClr val="E96DB0"/>
          </a:solidFill>
          <a:ln w="0">
            <a:noFill/>
          </a:ln>
        </p:spPr>
      </p:sp>
      <p:sp>
        <p:nvSpPr>
          <p:cNvPr id="140" name="分页分配-物理块5-KV槽位3">
            <a:extLst>
              <a:ext uri="{FF2B5EF4-FFF2-40B4-BE49-F238E27FC236}">
                <ns2:creationId id="{1A02D54B-EFFA-4BE1-BE1C-ECA6D70926F2}"/>
              </a:ext>
            </a:extLst>
          </p:cNvPr>
          <p:cNvSpPr>
            <a:spLocks noGrp="1"/>
          </p:cNvSpPr>
          <p:nvPr/>
        </p:nvSpPr>
        <p:spPr>
          <a:xfrm>
            <a:off x="7330440" y="3867150"/>
            <a:ext cx="257175" cy="114300"/>
          </a:xfrm>
          <a:prstGeom prst="rect">
            <a:avLst/>
          </a:prstGeom>
          <a:solidFill>
            <a:srgbClr val="E96DB0"/>
          </a:solidFill>
          <a:ln w="0">
            <a:noFill/>
          </a:ln>
        </p:spPr>
      </p:sp>
      <p:sp>
        <p:nvSpPr>
          <p:cNvPr id="141" name="分页分配-物理块5-KV槽位4">
            <a:extLst>
              <a:ext uri="{FF2B5EF4-FFF2-40B4-BE49-F238E27FC236}">
                <ns2:creationId id="{10BF4B4B-696A-4187-98BD-2E2964930C05}"/>
              </a:ext>
            </a:extLst>
          </p:cNvPr>
          <p:cNvSpPr>
            <a:spLocks noGrp="1"/>
          </p:cNvSpPr>
          <p:nvPr/>
        </p:nvSpPr>
        <p:spPr>
          <a:xfrm>
            <a:off x="7644765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42" name="分页分配-物理块5-编号">
            <a:extLst>
              <a:ext uri="{FF2B5EF4-FFF2-40B4-BE49-F238E27FC236}">
                <ns2:creationId id="{07638D7A-654D-4643-8DFA-E0B751F8D7DB}"/>
              </a:ext>
            </a:extLst>
          </p:cNvPr>
          <p:cNvSpPr>
            <a:spLocks noGrp="1"/>
          </p:cNvSpPr>
          <p:nvPr/>
        </p:nvSpPr>
        <p:spPr>
          <a:xfrm>
            <a:off x="6587490" y="421957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#5</a:t>
            </a:r>
          </a:p>
        </p:txBody>
      </p:sp>
      <p:sp>
        <p:nvSpPr>
          <p:cNvPr id="143" name="分页分配-物理块6-背景">
            <a:extLst>
              <a:ext uri="{FF2B5EF4-FFF2-40B4-BE49-F238E27FC236}">
                <ns2:creationId id="{8E231E66-0360-4AE8-BE1D-4D5FB4664339}"/>
              </a:ext>
            </a:extLst>
          </p:cNvPr>
          <p:cNvSpPr>
            <a:spLocks noGrp="1"/>
          </p:cNvSpPr>
          <p:nvPr/>
        </p:nvSpPr>
        <p:spPr>
          <a:xfrm>
            <a:off x="8162925" y="3086100"/>
            <a:ext cx="1419225" cy="104775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</p:sp>
      <p:sp>
        <p:nvSpPr>
          <p:cNvPr id="144" name="分页分配-物理块6-标签">
            <a:extLst>
              <a:ext uri="{FF2B5EF4-FFF2-40B4-BE49-F238E27FC236}">
                <ns2:creationId id="{B8D0911D-E21E-41D4-8646-203164C9D66F}"/>
              </a:ext>
            </a:extLst>
          </p:cNvPr>
          <p:cNvSpPr>
            <a:spLocks noGrp="1"/>
          </p:cNvSpPr>
          <p:nvPr/>
        </p:nvSpPr>
        <p:spPr>
          <a:xfrm>
            <a:off x="8181975" y="332422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空闲</a:t>
            </a:r>
          </a:p>
        </p:txBody>
      </p:sp>
      <p:sp>
        <p:nvSpPr>
          <p:cNvPr id="145" name="分页分配-物理块6-KV槽位1">
            <a:extLst>
              <a:ext uri="{FF2B5EF4-FFF2-40B4-BE49-F238E27FC236}">
                <ns2:creationId id="{7B2C85E9-92EA-4D9B-BA21-6AFC13A1F529}"/>
              </a:ext>
            </a:extLst>
          </p:cNvPr>
          <p:cNvSpPr>
            <a:spLocks noGrp="1"/>
          </p:cNvSpPr>
          <p:nvPr/>
        </p:nvSpPr>
        <p:spPr>
          <a:xfrm>
            <a:off x="8277225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46" name="分页分配-物理块6-KV槽位2">
            <a:extLst>
              <a:ext uri="{FF2B5EF4-FFF2-40B4-BE49-F238E27FC236}">
                <ns2:creationId id="{35F9DE3E-FE10-4103-A3CE-B3747D2AACA5}"/>
              </a:ext>
            </a:extLst>
          </p:cNvPr>
          <p:cNvSpPr>
            <a:spLocks noGrp="1"/>
          </p:cNvSpPr>
          <p:nvPr/>
        </p:nvSpPr>
        <p:spPr>
          <a:xfrm>
            <a:off x="8591550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47" name="分页分配-物理块6-KV槽位3">
            <a:extLst>
              <a:ext uri="{FF2B5EF4-FFF2-40B4-BE49-F238E27FC236}">
                <ns2:creationId id="{7642111D-1138-4A94-8999-F0AFFAA19FD5}"/>
              </a:ext>
            </a:extLst>
          </p:cNvPr>
          <p:cNvSpPr>
            <a:spLocks noGrp="1"/>
          </p:cNvSpPr>
          <p:nvPr/>
        </p:nvSpPr>
        <p:spPr>
          <a:xfrm>
            <a:off x="8905875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48" name="分页分配-物理块6-KV槽位4">
            <a:extLst>
              <a:ext uri="{FF2B5EF4-FFF2-40B4-BE49-F238E27FC236}">
                <ns2:creationId id="{AB7CB02B-2FE7-4596-8693-281092D23124}"/>
              </a:ext>
            </a:extLst>
          </p:cNvPr>
          <p:cNvSpPr>
            <a:spLocks noGrp="1"/>
          </p:cNvSpPr>
          <p:nvPr/>
        </p:nvSpPr>
        <p:spPr>
          <a:xfrm>
            <a:off x="9220200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49" name="分页分配-物理块6-编号">
            <a:extLst>
              <a:ext uri="{FF2B5EF4-FFF2-40B4-BE49-F238E27FC236}">
                <ns2:creationId id="{A6D1C4DB-0FAF-4AB3-8DA3-D02F90C37BF7}"/>
              </a:ext>
            </a:extLst>
          </p:cNvPr>
          <p:cNvSpPr>
            <a:spLocks noGrp="1"/>
          </p:cNvSpPr>
          <p:nvPr/>
        </p:nvSpPr>
        <p:spPr>
          <a:xfrm>
            <a:off x="8162925" y="421957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#6</a:t>
            </a:r>
          </a:p>
        </p:txBody>
      </p:sp>
      <p:sp>
        <p:nvSpPr>
          <p:cNvPr id="150" name="分页分配-物理块7-背景">
            <a:extLst>
              <a:ext uri="{FF2B5EF4-FFF2-40B4-BE49-F238E27FC236}">
                <ns2:creationId id="{5DEB0572-16A3-49D0-9AA6-4214C8787886}"/>
              </a:ext>
            </a:extLst>
          </p:cNvPr>
          <p:cNvSpPr>
            <a:spLocks noGrp="1"/>
          </p:cNvSpPr>
          <p:nvPr/>
        </p:nvSpPr>
        <p:spPr>
          <a:xfrm>
            <a:off x="9738360" y="3086100"/>
            <a:ext cx="1419225" cy="1047750"/>
          </a:xfrm>
          <a:prstGeom prst="rect">
            <a:avLst/>
          </a:prstGeom>
          <a:solidFill>
            <a:srgbClr val="D5E1F5"/>
          </a:solidFill>
          <a:ln w="0">
            <a:noFill/>
          </a:ln>
        </p:spPr>
      </p:sp>
      <p:sp>
        <p:nvSpPr>
          <p:cNvPr id="151" name="分页分配-物理块7-标签">
            <a:extLst>
              <a:ext uri="{FF2B5EF4-FFF2-40B4-BE49-F238E27FC236}">
                <ns2:creationId id="{6077C3CB-047A-4C67-8FB4-3829830BCC0E}"/>
              </a:ext>
            </a:extLst>
          </p:cNvPr>
          <p:cNvSpPr>
            <a:spLocks noGrp="1"/>
          </p:cNvSpPr>
          <p:nvPr/>
        </p:nvSpPr>
        <p:spPr>
          <a:xfrm>
            <a:off x="9757410" y="332422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  <p:sp>
        <p:nvSpPr>
          <p:cNvPr id="152" name="分页分配-物理块7-KV槽位1">
            <a:extLst>
              <a:ext uri="{FF2B5EF4-FFF2-40B4-BE49-F238E27FC236}">
                <ns2:creationId id="{80CD265D-938E-4C7D-82E0-E6343FDDD3C4}"/>
              </a:ext>
            </a:extLst>
          </p:cNvPr>
          <p:cNvSpPr>
            <a:spLocks noGrp="1"/>
          </p:cNvSpPr>
          <p:nvPr/>
        </p:nvSpPr>
        <p:spPr>
          <a:xfrm>
            <a:off x="9852660" y="3867150"/>
            <a:ext cx="257175" cy="114300"/>
          </a:xfrm>
          <a:prstGeom prst="rect">
            <a:avLst/>
          </a:prstGeom>
          <a:solidFill>
            <a:srgbClr val="2D65C5"/>
          </a:solidFill>
          <a:ln w="0">
            <a:noFill/>
          </a:ln>
        </p:spPr>
      </p:sp>
      <p:sp>
        <p:nvSpPr>
          <p:cNvPr id="153" name="分页分配-物理块7-KV槽位2">
            <a:extLst>
              <a:ext uri="{FF2B5EF4-FFF2-40B4-BE49-F238E27FC236}">
                <ns2:creationId id="{0D000141-51FC-44F8-8DE4-1849E3430A69}"/>
              </a:ext>
            </a:extLst>
          </p:cNvPr>
          <p:cNvSpPr>
            <a:spLocks noGrp="1"/>
          </p:cNvSpPr>
          <p:nvPr/>
        </p:nvSpPr>
        <p:spPr>
          <a:xfrm>
            <a:off x="10166985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54" name="分页分配-物理块7-KV槽位3">
            <a:extLst>
              <a:ext uri="{FF2B5EF4-FFF2-40B4-BE49-F238E27FC236}">
                <ns2:creationId id="{3854B96F-5888-4155-99C0-BE5515103A0A}"/>
              </a:ext>
            </a:extLst>
          </p:cNvPr>
          <p:cNvSpPr>
            <a:spLocks noGrp="1"/>
          </p:cNvSpPr>
          <p:nvPr/>
        </p:nvSpPr>
        <p:spPr>
          <a:xfrm>
            <a:off x="10481310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55" name="分页分配-物理块7-KV槽位4">
            <a:extLst>
              <a:ext uri="{FF2B5EF4-FFF2-40B4-BE49-F238E27FC236}">
                <ns2:creationId id="{ED3065CF-C17A-4171-9E4D-FC92FB7B6C0F}"/>
              </a:ext>
            </a:extLst>
          </p:cNvPr>
          <p:cNvSpPr>
            <a:spLocks noGrp="1"/>
          </p:cNvSpPr>
          <p:nvPr/>
        </p:nvSpPr>
        <p:spPr>
          <a:xfrm>
            <a:off x="10795635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56" name="分页分配-物理块7-编号">
            <a:extLst>
              <a:ext uri="{FF2B5EF4-FFF2-40B4-BE49-F238E27FC236}">
                <ns2:creationId id="{D03E68A9-2AEB-484C-844A-A58EB4EEB6CD}"/>
              </a:ext>
            </a:extLst>
          </p:cNvPr>
          <p:cNvSpPr>
            <a:spLocks noGrp="1"/>
          </p:cNvSpPr>
          <p:nvPr/>
        </p:nvSpPr>
        <p:spPr>
          <a:xfrm>
            <a:off x="9738360" y="421957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#7</a:t>
            </a:r>
          </a:p>
        </p:txBody>
      </p:sp>
      <p:sp>
        <p:nvSpPr>
          <p:cNvPr id="157" name="分页分配-物理块8-背景">
            <a:extLst>
              <a:ext uri="{FF2B5EF4-FFF2-40B4-BE49-F238E27FC236}">
                <ns2:creationId id="{CBC6E864-4327-4596-98F5-58B45114BEDA}"/>
              </a:ext>
            </a:extLst>
          </p:cNvPr>
          <p:cNvSpPr>
            <a:spLocks noGrp="1"/>
          </p:cNvSpPr>
          <p:nvPr/>
        </p:nvSpPr>
        <p:spPr>
          <a:xfrm>
            <a:off x="11313795" y="3086100"/>
            <a:ext cx="1419225" cy="104775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</p:sp>
      <p:sp>
        <p:nvSpPr>
          <p:cNvPr id="158" name="分页分配-物理块8-标签">
            <a:extLst>
              <a:ext uri="{FF2B5EF4-FFF2-40B4-BE49-F238E27FC236}">
                <ns2:creationId id="{485332B7-2B1E-4F0D-95E0-FA367010B6A5}"/>
              </a:ext>
            </a:extLst>
          </p:cNvPr>
          <p:cNvSpPr>
            <a:spLocks noGrp="1"/>
          </p:cNvSpPr>
          <p:nvPr/>
        </p:nvSpPr>
        <p:spPr>
          <a:xfrm>
            <a:off x="11332845" y="332422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空闲</a:t>
            </a:r>
          </a:p>
        </p:txBody>
      </p:sp>
      <p:sp>
        <p:nvSpPr>
          <p:cNvPr id="159" name="分页分配-物理块8-KV槽位1">
            <a:extLst>
              <a:ext uri="{FF2B5EF4-FFF2-40B4-BE49-F238E27FC236}">
                <ns2:creationId id="{63A57CBD-6825-422D-8F6C-C8D42D09749C}"/>
              </a:ext>
            </a:extLst>
          </p:cNvPr>
          <p:cNvSpPr>
            <a:spLocks noGrp="1"/>
          </p:cNvSpPr>
          <p:nvPr/>
        </p:nvSpPr>
        <p:spPr>
          <a:xfrm>
            <a:off x="11428095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60" name="分页分配-物理块8-KV槽位2">
            <a:extLst>
              <a:ext uri="{FF2B5EF4-FFF2-40B4-BE49-F238E27FC236}">
                <ns2:creationId id="{D5089E6B-7148-45F0-BCCA-663BD91CCED3}"/>
              </a:ext>
            </a:extLst>
          </p:cNvPr>
          <p:cNvSpPr>
            <a:spLocks noGrp="1"/>
          </p:cNvSpPr>
          <p:nvPr/>
        </p:nvSpPr>
        <p:spPr>
          <a:xfrm>
            <a:off x="11742420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61" name="分页分配-物理块8-KV槽位3">
            <a:extLst>
              <a:ext uri="{FF2B5EF4-FFF2-40B4-BE49-F238E27FC236}">
                <ns2:creationId id="{82F950C1-0ADC-4BB9-A70B-F1DD050FE830}"/>
              </a:ext>
            </a:extLst>
          </p:cNvPr>
          <p:cNvSpPr>
            <a:spLocks noGrp="1"/>
          </p:cNvSpPr>
          <p:nvPr/>
        </p:nvSpPr>
        <p:spPr>
          <a:xfrm>
            <a:off x="12056745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62" name="分页分配-物理块8-KV槽位4">
            <a:extLst>
              <a:ext uri="{FF2B5EF4-FFF2-40B4-BE49-F238E27FC236}">
                <ns2:creationId id="{E7898E69-E4B0-4D6F-9ABE-34446D58B15F}"/>
              </a:ext>
            </a:extLst>
          </p:cNvPr>
          <p:cNvSpPr>
            <a:spLocks noGrp="1"/>
          </p:cNvSpPr>
          <p:nvPr/>
        </p:nvSpPr>
        <p:spPr>
          <a:xfrm>
            <a:off x="12371070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63" name="分页分配-物理块8-编号">
            <a:extLst>
              <a:ext uri="{FF2B5EF4-FFF2-40B4-BE49-F238E27FC236}">
                <ns2:creationId id="{265B8C73-C360-4CBB-A91F-D723F899C7B4}"/>
              </a:ext>
            </a:extLst>
          </p:cNvPr>
          <p:cNvSpPr>
            <a:spLocks noGrp="1"/>
          </p:cNvSpPr>
          <p:nvPr/>
        </p:nvSpPr>
        <p:spPr>
          <a:xfrm>
            <a:off x="11313795" y="421957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#8</a:t>
            </a:r>
          </a:p>
        </p:txBody>
      </p:sp>
      <p:sp>
        <p:nvSpPr>
          <p:cNvPr id="164" name="分页分配-物理块9-背景">
            <a:extLst>
              <a:ext uri="{FF2B5EF4-FFF2-40B4-BE49-F238E27FC236}">
                <ns2:creationId id="{E8F214AE-678D-40D1-BD94-12EDFEA44F0E}"/>
              </a:ext>
            </a:extLst>
          </p:cNvPr>
          <p:cNvSpPr>
            <a:spLocks noGrp="1"/>
          </p:cNvSpPr>
          <p:nvPr/>
        </p:nvSpPr>
        <p:spPr>
          <a:xfrm>
            <a:off x="12889230" y="3086100"/>
            <a:ext cx="1419225" cy="104775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</p:sp>
      <p:sp>
        <p:nvSpPr>
          <p:cNvPr id="165" name="分页分配-物理块9-标签">
            <a:extLst>
              <a:ext uri="{FF2B5EF4-FFF2-40B4-BE49-F238E27FC236}">
                <ns2:creationId id="{588C9C47-4436-41B9-8A42-77ADF59022D1}"/>
              </a:ext>
            </a:extLst>
          </p:cNvPr>
          <p:cNvSpPr>
            <a:spLocks noGrp="1"/>
          </p:cNvSpPr>
          <p:nvPr/>
        </p:nvSpPr>
        <p:spPr>
          <a:xfrm>
            <a:off x="12908280" y="3324225"/>
            <a:ext cx="13811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空闲</a:t>
            </a:r>
          </a:p>
        </p:txBody>
      </p:sp>
      <p:sp>
        <p:nvSpPr>
          <p:cNvPr id="166" name="分页分配-物理块9-KV槽位1">
            <a:extLst>
              <a:ext uri="{FF2B5EF4-FFF2-40B4-BE49-F238E27FC236}">
                <ns2:creationId id="{9DD1D1B9-86F6-467C-A27A-A5A6D4F22A25}"/>
              </a:ext>
            </a:extLst>
          </p:cNvPr>
          <p:cNvSpPr>
            <a:spLocks noGrp="1"/>
          </p:cNvSpPr>
          <p:nvPr/>
        </p:nvSpPr>
        <p:spPr>
          <a:xfrm>
            <a:off x="13003530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67" name="分页分配-物理块9-KV槽位2">
            <a:extLst>
              <a:ext uri="{FF2B5EF4-FFF2-40B4-BE49-F238E27FC236}">
                <ns2:creationId id="{81AE927D-E8BD-4715-8129-2F1763659FA8}"/>
              </a:ext>
            </a:extLst>
          </p:cNvPr>
          <p:cNvSpPr>
            <a:spLocks noGrp="1"/>
          </p:cNvSpPr>
          <p:nvPr/>
        </p:nvSpPr>
        <p:spPr>
          <a:xfrm>
            <a:off x="13317855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68" name="分页分配-物理块9-KV槽位3">
            <a:extLst>
              <a:ext uri="{FF2B5EF4-FFF2-40B4-BE49-F238E27FC236}">
                <ns2:creationId id="{DA33964F-9972-4212-9E9B-E8D1268556D4}"/>
              </a:ext>
            </a:extLst>
          </p:cNvPr>
          <p:cNvSpPr>
            <a:spLocks noGrp="1"/>
          </p:cNvSpPr>
          <p:nvPr/>
        </p:nvSpPr>
        <p:spPr>
          <a:xfrm>
            <a:off x="13632180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69" name="分页分配-物理块9-KV槽位4">
            <a:extLst>
              <a:ext uri="{FF2B5EF4-FFF2-40B4-BE49-F238E27FC236}">
                <ns2:creationId id="{6D7AA340-F392-487E-9B21-D55FB5B3FFA9}"/>
              </a:ext>
            </a:extLst>
          </p:cNvPr>
          <p:cNvSpPr>
            <a:spLocks noGrp="1"/>
          </p:cNvSpPr>
          <p:nvPr/>
        </p:nvSpPr>
        <p:spPr>
          <a:xfrm>
            <a:off x="13946505" y="3867150"/>
            <a:ext cx="257175" cy="114300"/>
          </a:xfrm>
          <a:prstGeom prst="rect">
            <a:avLst/>
          </a:prstGeom>
          <a:solidFill>
            <a:srgbClr val="9299A1">
              <a:alpha val="27000"/>
            </a:srgbClr>
          </a:solidFill>
          <a:ln w="0">
            <a:noFill/>
          </a:ln>
        </p:spPr>
      </p:sp>
      <p:sp>
        <p:nvSpPr>
          <p:cNvPr id="170" name="分页分配-物理块9-编号">
            <a:extLst>
              <a:ext uri="{FF2B5EF4-FFF2-40B4-BE49-F238E27FC236}">
                <ns2:creationId id="{26E5E62D-96EE-4B0F-B631-9691622071E8}"/>
              </a:ext>
            </a:extLst>
          </p:cNvPr>
          <p:cNvSpPr>
            <a:spLocks noGrp="1"/>
          </p:cNvSpPr>
          <p:nvPr/>
        </p:nvSpPr>
        <p:spPr>
          <a:xfrm>
            <a:off x="12889230" y="4219575"/>
            <a:ext cx="14192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i="1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#9</a:t>
            </a:r>
          </a:p>
        </p:txBody>
      </p:sp>
      <p:sp>
        <p:nvSpPr>
          <p:cNvPr id="171" name="块表-标题">
            <a:extLst>
              <a:ext uri="{FF2B5EF4-FFF2-40B4-BE49-F238E27FC236}">
                <ns2:creationId id="{06EF2E2C-9B2A-4DA1-BE63-445D4BC52078}"/>
              </a:ext>
            </a:extLst>
          </p:cNvPr>
          <p:cNvSpPr>
            <a:spLocks noGrp="1"/>
          </p:cNvSpPr>
          <p:nvPr/>
        </p:nvSpPr>
        <p:spPr>
          <a:xfrm>
            <a:off x="285750" y="4857750"/>
            <a:ext cx="13335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buNone/>
              <a:defRPr sz="21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A 的块表</a:t>
            </a:r>
          </a:p>
        </p:txBody>
      </p:sp>
      <p:sp>
        <p:nvSpPr>
          <p:cNvPr id="172" name="块表-逻辑顺序">
            <a:extLst>
              <a:ext uri="{FF2B5EF4-FFF2-40B4-BE49-F238E27FC236}">
                <ns2:creationId id="{32F1F422-A7A9-4399-B5B0-F22F34959417}"/>
              </a:ext>
            </a:extLst>
          </p:cNvPr>
          <p:cNvSpPr>
            <a:spLocks noGrp="1"/>
          </p:cNvSpPr>
          <p:nvPr/>
        </p:nvSpPr>
        <p:spPr>
          <a:xfrm>
            <a:off x="1685925" y="48768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逻辑顺序 A1 → A2</a:t>
            </a:r>
          </a:p>
        </p:txBody>
      </p:sp>
      <p:sp>
        <p:nvSpPr>
          <p:cNvPr id="173" name="块表-A1-背景">
            <a:extLst>
              <a:ext uri="{FF2B5EF4-FFF2-40B4-BE49-F238E27FC236}">
                <ns2:creationId id="{90DC5FA9-9F16-470E-AF64-E39F6F98BB38}"/>
              </a:ext>
            </a:extLst>
          </p:cNvPr>
          <p:cNvSpPr>
            <a:spLocks noGrp="1"/>
          </p:cNvSpPr>
          <p:nvPr/>
        </p:nvSpPr>
        <p:spPr>
          <a:xfrm>
            <a:off x="285750" y="5467350"/>
            <a:ext cx="6934200" cy="790575"/>
          </a:xfrm>
          <a:prstGeom prst="rect">
            <a:avLst/>
          </a:prstGeom>
          <a:solidFill>
            <a:srgbClr val="E0E8F7"/>
          </a:solidFill>
          <a:ln w="0">
            <a:noFill/>
          </a:ln>
        </p:spPr>
      </p:sp>
      <p:sp>
        <p:nvSpPr>
          <p:cNvPr id="174" name="块表-A2-背景">
            <a:extLst>
              <a:ext uri="{FF2B5EF4-FFF2-40B4-BE49-F238E27FC236}">
                <ns2:creationId id="{A3723AEF-E37F-4D6F-A789-2FF35C4464D4}"/>
              </a:ext>
            </a:extLst>
          </p:cNvPr>
          <p:cNvSpPr>
            <a:spLocks noGrp="1"/>
          </p:cNvSpPr>
          <p:nvPr/>
        </p:nvSpPr>
        <p:spPr>
          <a:xfrm>
            <a:off x="7372350" y="5467350"/>
            <a:ext cx="6934200" cy="790575"/>
          </a:xfrm>
          <a:prstGeom prst="rect">
            <a:avLst/>
          </a:prstGeom>
          <a:solidFill>
            <a:srgbClr val="E0E8F7"/>
          </a:solidFill>
          <a:ln w="0">
            <a:noFill/>
          </a:ln>
        </p:spPr>
      </p:sp>
      <p:sp>
        <p:nvSpPr>
          <p:cNvPr id="175" name="块表-A1-映射">
            <a:extLst>
              <a:ext uri="{FF2B5EF4-FFF2-40B4-BE49-F238E27FC236}">
                <ns2:creationId id="{6C19C447-AEF4-42EF-B320-89A306E33B53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65913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A1 → 物理块 #2</a:t>
            </a:r>
          </a:p>
        </p:txBody>
      </p:sp>
      <p:sp>
        <p:nvSpPr>
          <p:cNvPr id="176" name="块表-A2-映射">
            <a:extLst>
              <a:ext uri="{FF2B5EF4-FFF2-40B4-BE49-F238E27FC236}">
                <ns2:creationId id="{5DC3FDA1-A57C-49C3-8413-E1992D554A98}"/>
              </a:ext>
            </a:extLst>
          </p:cNvPr>
          <p:cNvSpPr>
            <a:spLocks noGrp="1"/>
          </p:cNvSpPr>
          <p:nvPr/>
        </p:nvSpPr>
        <p:spPr>
          <a:xfrm>
            <a:off x="7543800" y="5562600"/>
            <a:ext cx="65913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A2 → 物理块 #7</a:t>
            </a:r>
          </a:p>
        </p:txBody>
      </p:sp>
      <p:sp>
        <p:nvSpPr>
          <p:cNvPr id="177" name="图例-已存KV">
            <a:extLst>
              <a:ext uri="{FF2B5EF4-FFF2-40B4-BE49-F238E27FC236}">
                <ns2:creationId id="{2A0EC1A2-F95B-4076-ABAF-6001E931D3DB}"/>
              </a:ext>
            </a:extLst>
          </p:cNvPr>
          <p:cNvSpPr>
            <a:spLocks noGrp="1"/>
          </p:cNvSpPr>
          <p:nvPr/>
        </p:nvSpPr>
        <p:spPr>
          <a:xfrm>
            <a:off x="285750" y="6667500"/>
            <a:ext cx="228600" cy="152400"/>
          </a:xfrm>
          <a:prstGeom prst="rect">
            <a:avLst/>
          </a:prstGeom>
          <a:solidFill>
            <a:srgbClr val="2D65C5"/>
          </a:solidFill>
          <a:ln w="0">
            <a:noFill/>
          </a:ln>
        </p:spPr>
      </p:sp>
      <p:sp>
        <p:nvSpPr>
          <p:cNvPr id="178" name="图例-已存KV说明">
            <a:extLst>
              <a:ext uri="{FF2B5EF4-FFF2-40B4-BE49-F238E27FC236}">
                <ns2:creationId id="{099CDC97-8378-4971-8BAC-CF4A7D681921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23241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实色短条：已存 KV</a:t>
            </a:r>
          </a:p>
        </p:txBody>
      </p:sp>
      <p:sp>
        <p:nvSpPr>
          <p:cNvPr id="179" name="图例-已预留-斜纹1">
            <a:extLst>
              <a:ext uri="{FF2B5EF4-FFF2-40B4-BE49-F238E27FC236}">
                <ns2:creationId id="{BE5D9E7D-1BE2-4DD3-950C-0AC0D12F21A1}"/>
              </a:ext>
            </a:extLst>
          </p:cNvPr>
          <p:cNvSpPr>
            <a:spLocks noGrp="1"/>
          </p:cNvSpPr>
          <p:nvPr/>
        </p:nvSpPr>
        <p:spPr>
          <a:xfrm>
            <a:off x="2952750" y="6667500"/>
            <a:ext cx="228600" cy="152400"/>
          </a:xfrm>
          <a:custGeom>
            <a:pathLst>
              <a:path w="228600" h="152400">
                <a:moveTo>
                  <a:pt x="0" y="42863"/>
                </a:moveTo>
                <a:lnTo>
                  <a:pt x="42863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</p:sp>
      <p:sp>
        <p:nvSpPr>
          <p:cNvPr id="180" name="图例-已预留-斜纹2">
            <a:extLst>
              <a:ext uri="{FF2B5EF4-FFF2-40B4-BE49-F238E27FC236}">
                <ns2:creationId id="{0884628A-7E9D-4A66-A442-2EB6667BA520}"/>
              </a:ext>
            </a:extLst>
          </p:cNvPr>
          <p:cNvSpPr>
            <a:spLocks noGrp="1"/>
          </p:cNvSpPr>
          <p:nvPr/>
        </p:nvSpPr>
        <p:spPr>
          <a:xfrm>
            <a:off x="2952750" y="6667500"/>
            <a:ext cx="228600" cy="152400"/>
          </a:xfrm>
          <a:custGeom>
            <a:pathLst>
              <a:path w="228600" h="152400">
                <a:moveTo>
                  <a:pt x="0" y="128588"/>
                </a:moveTo>
                <a:lnTo>
                  <a:pt x="128588" y="0"/>
                </a:lnTo>
                <a:lnTo>
                  <a:pt x="85725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</p:sp>
      <p:sp>
        <p:nvSpPr>
          <p:cNvPr id="181" name="图例-已预留-斜纹3">
            <a:extLst>
              <a:ext uri="{FF2B5EF4-FFF2-40B4-BE49-F238E27FC236}">
                <ns2:creationId id="{44B62CA7-822B-4CB6-B45C-FD09B86F9002}"/>
              </a:ext>
            </a:extLst>
          </p:cNvPr>
          <p:cNvSpPr>
            <a:spLocks noGrp="1"/>
          </p:cNvSpPr>
          <p:nvPr/>
        </p:nvSpPr>
        <p:spPr>
          <a:xfrm>
            <a:off x="2952750" y="6667500"/>
            <a:ext cx="228600" cy="152400"/>
          </a:xfrm>
          <a:custGeom>
            <a:pathLst>
              <a:path w="228600" h="152400">
                <a:moveTo>
                  <a:pt x="19050" y="152400"/>
                </a:moveTo>
                <a:lnTo>
                  <a:pt x="61913" y="152400"/>
                </a:lnTo>
                <a:lnTo>
                  <a:pt x="214313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</p:sp>
      <p:sp>
        <p:nvSpPr>
          <p:cNvPr id="182" name="图例-已预留-斜纹4">
            <a:extLst>
              <a:ext uri="{FF2B5EF4-FFF2-40B4-BE49-F238E27FC236}">
                <ns2:creationId id="{7C5471CC-8E02-4D41-B255-44AA51B57B1D}"/>
              </a:ext>
            </a:extLst>
          </p:cNvPr>
          <p:cNvSpPr>
            <a:spLocks noGrp="1"/>
          </p:cNvSpPr>
          <p:nvPr/>
        </p:nvSpPr>
        <p:spPr>
          <a:xfrm>
            <a:off x="2952750" y="6667500"/>
            <a:ext cx="228600" cy="152400"/>
          </a:xfrm>
          <a:custGeom>
            <a:pathLst>
              <a:path w="228600" h="152400">
                <a:moveTo>
                  <a:pt x="104775" y="152400"/>
                </a:moveTo>
                <a:lnTo>
                  <a:pt x="147638" y="152400"/>
                </a:lnTo>
                <a:lnTo>
                  <a:pt x="228600" y="71438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</p:sp>
      <p:sp>
        <p:nvSpPr>
          <p:cNvPr id="183" name="图例-已预留-斜纹5">
            <a:extLst>
              <a:ext uri="{FF2B5EF4-FFF2-40B4-BE49-F238E27FC236}">
                <ns2:creationId id="{37CD3576-63E1-4C68-B700-7F43E6B061E6}"/>
              </a:ext>
            </a:extLst>
          </p:cNvPr>
          <p:cNvSpPr>
            <a:spLocks noGrp="1"/>
          </p:cNvSpPr>
          <p:nvPr/>
        </p:nvSpPr>
        <p:spPr>
          <a:xfrm>
            <a:off x="2952750" y="6667500"/>
            <a:ext cx="228600" cy="152400"/>
          </a:xfrm>
          <a:custGeom>
            <a:pathLst>
              <a:path w="228600" h="152400">
                <a:moveTo>
                  <a:pt x="190500" y="152400"/>
                </a:moveTo>
                <a:lnTo>
                  <a:pt x="228600" y="152400"/>
                </a:lnTo>
                <a:lnTo>
                  <a:pt x="228600" y="114300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</p:sp>
      <p:sp>
        <p:nvSpPr>
          <p:cNvPr id="184" name="图例-预留说明">
            <a:extLst>
              <a:ext uri="{FF2B5EF4-FFF2-40B4-BE49-F238E27FC236}">
                <ns2:creationId id="{3F846098-FA00-46B9-9922-B8803984A9A6}"/>
              </a:ext>
            </a:extLst>
          </p:cNvPr>
          <p:cNvSpPr>
            <a:spLocks noGrp="1"/>
          </p:cNvSpPr>
          <p:nvPr/>
        </p:nvSpPr>
        <p:spPr>
          <a:xfrm>
            <a:off x="3295650" y="6534150"/>
            <a:ext cx="26670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斜纹：已预留、未使用</a:t>
            </a:r>
          </a:p>
        </p:txBody>
      </p:sp>
      <p:sp>
        <p:nvSpPr>
          <p:cNvPr id="185" name="图例-编号说明">
            <a:extLst>
              <a:ext uri="{FF2B5EF4-FFF2-40B4-BE49-F238E27FC236}">
                <ns2:creationId id="{B93B5B6F-6E16-4018-A55C-234D59490ECB}"/>
              </a:ext>
            </a:extLst>
          </p:cNvPr>
          <p:cNvSpPr>
            <a:spLocks noGrp="1"/>
          </p:cNvSpPr>
          <p:nvPr/>
        </p:nvSpPr>
        <p:spPr>
          <a:xfrm>
            <a:off x="5962650" y="6534150"/>
            <a:ext cx="40957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#：物理块编号</a:t>
            </a:r>
          </a:p>
        </p:txBody>
      </p:sp>
    </p:spTree>
    <p:extLst>
      <p:ext uri="{BB962C8B-B14F-4D97-AF65-F5344CB8AC3E}">
        <ns3:creationId val="1754780185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4801850" cy="7143750"/>
          <a:chOff x="0" y="0"/>
          <a:chExt cx="14801850" cy="7143750"/>
        </a:xfrm>
      </p:grpSpPr>
      <p:sp>
        <p:nvSpPr>
          <p:cNvPr id="141" name="静态批处理-标题">
            <a:extLst>
              <a:ext uri="{FF2B5EF4-FFF2-40B4-BE49-F238E27FC236}">
                <ns2:creationId id="{58F432BA-0B64-4DB1-BA29-129EA162A9FC}"/>
              </a:ext>
            </a:extLst>
          </p:cNvPr>
          <p:cNvSpPr>
            <a:spLocks noGrp="1"/>
          </p:cNvSpPr>
          <p:nvPr/>
        </p:nvSpPr>
        <p:spPr>
          <a:xfrm>
            <a:off x="285750" y="123825"/>
            <a:ext cx="17145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静态批处理</a:t>
            </a:r>
          </a:p>
        </p:txBody>
      </p:sp>
      <p:sp>
        <p:nvSpPr>
          <p:cNvPr id="2" name="静态批处理-说明">
            <a:extLst>
              <a:ext uri="{FF2B5EF4-FFF2-40B4-BE49-F238E27FC236}">
                <ns2:creationId id="{938BA562-1A5F-43DE-A0AF-D17CB3D86EF7}"/>
              </a:ext>
            </a:extLst>
          </p:cNvPr>
          <p:cNvSpPr>
            <a:spLocks noGrp="1"/>
          </p:cNvSpPr>
          <p:nvPr/>
        </p:nvSpPr>
        <p:spPr>
          <a:xfrm>
            <a:off x="2095500" y="142875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整批结束后，下一批才进入</a:t>
            </a:r>
          </a:p>
        </p:txBody>
      </p:sp>
      <p:sp>
        <p:nvSpPr>
          <p:cNvPr id="3" name="静态批处理-完成轮次">
            <a:extLst>
              <a:ext uri="{FF2B5EF4-FFF2-40B4-BE49-F238E27FC236}">
                <ns2:creationId id="{D7E47686-DFFB-4D34-B100-AC3B8F5EC911}"/>
              </a:ext>
            </a:extLst>
          </p:cNvPr>
          <p:cNvSpPr>
            <a:spLocks noGrp="1"/>
          </p:cNvSpPr>
          <p:nvPr/>
        </p:nvSpPr>
        <p:spPr>
          <a:xfrm>
            <a:off x="11468100" y="14287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第 9 轮全部完成</a:t>
            </a:r>
          </a:p>
        </p:txBody>
      </p:sp>
      <p:sp>
        <p:nvSpPr>
          <p:cNvPr id="4" name="静态批处理-轴名">
            <a:extLst>
              <a:ext uri="{FF2B5EF4-FFF2-40B4-BE49-F238E27FC236}">
                <ns2:creationId id="{AA2517DA-BA30-4E30-A2A3-B27D5E04E122}"/>
              </a:ext>
            </a:extLst>
          </p:cNvPr>
          <p:cNvSpPr>
            <a:spLocks noGrp="1"/>
          </p:cNvSpPr>
          <p:nvPr/>
        </p:nvSpPr>
        <p:spPr>
          <a:xfrm>
            <a:off x="285750" y="619125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轮次</a:t>
            </a:r>
          </a:p>
        </p:txBody>
      </p:sp>
      <p:sp>
        <p:nvSpPr>
          <p:cNvPr id="5" name="静态批处理-轮次1">
            <a:extLst>
              <a:ext uri="{FF2B5EF4-FFF2-40B4-BE49-F238E27FC236}">
                <ns2:creationId id="{37EF7C89-4478-4BB7-BA56-813D13974E88}"/>
              </a:ext>
            </a:extLst>
          </p:cNvPr>
          <p:cNvSpPr>
            <a:spLocks noGrp="1"/>
          </p:cNvSpPr>
          <p:nvPr/>
        </p:nvSpPr>
        <p:spPr>
          <a:xfrm>
            <a:off x="1428750" y="619125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静态批处理-轮次2">
            <a:extLst>
              <a:ext uri="{FF2B5EF4-FFF2-40B4-BE49-F238E27FC236}">
                <ns2:creationId id="{77C44467-DA93-4BFE-A654-A1AAEBBB29A2}"/>
              </a:ext>
            </a:extLst>
          </p:cNvPr>
          <p:cNvSpPr>
            <a:spLocks noGrp="1"/>
          </p:cNvSpPr>
          <p:nvPr/>
        </p:nvSpPr>
        <p:spPr>
          <a:xfrm>
            <a:off x="2857500" y="619125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静态批处理-轮次3">
            <a:extLst>
              <a:ext uri="{FF2B5EF4-FFF2-40B4-BE49-F238E27FC236}">
                <ns2:creationId id="{452F7F0A-0D50-4AB6-B2DB-C2F321C9C57C}"/>
              </a:ext>
            </a:extLst>
          </p:cNvPr>
          <p:cNvSpPr>
            <a:spLocks noGrp="1"/>
          </p:cNvSpPr>
          <p:nvPr/>
        </p:nvSpPr>
        <p:spPr>
          <a:xfrm>
            <a:off x="4286250" y="619125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静态批处理-轮次4">
            <a:extLst>
              <a:ext uri="{FF2B5EF4-FFF2-40B4-BE49-F238E27FC236}">
                <ns2:creationId id="{A94BFF12-7A76-4886-82DD-A89A11D45F8A}"/>
              </a:ext>
            </a:extLst>
          </p:cNvPr>
          <p:cNvSpPr>
            <a:spLocks noGrp="1"/>
          </p:cNvSpPr>
          <p:nvPr/>
        </p:nvSpPr>
        <p:spPr>
          <a:xfrm>
            <a:off x="5715000" y="619125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9" name="静态批处理-轮次5">
            <a:extLst>
              <a:ext uri="{FF2B5EF4-FFF2-40B4-BE49-F238E27FC236}">
                <ns2:creationId id="{7818181E-72F4-4DFA-A085-0C6E3890C02F}"/>
              </a:ext>
            </a:extLst>
          </p:cNvPr>
          <p:cNvSpPr>
            <a:spLocks noGrp="1"/>
          </p:cNvSpPr>
          <p:nvPr/>
        </p:nvSpPr>
        <p:spPr>
          <a:xfrm>
            <a:off x="7143750" y="619125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0" name="静态批处理-轮次6">
            <a:extLst>
              <a:ext uri="{FF2B5EF4-FFF2-40B4-BE49-F238E27FC236}">
                <ns2:creationId id="{8B2BD6A6-E47E-421E-8C57-53E47281C8E2}"/>
              </a:ext>
            </a:extLst>
          </p:cNvPr>
          <p:cNvSpPr>
            <a:spLocks noGrp="1"/>
          </p:cNvSpPr>
          <p:nvPr/>
        </p:nvSpPr>
        <p:spPr>
          <a:xfrm>
            <a:off x="8572500" y="619125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1" name="静态批处理-轮次7">
            <a:extLst>
              <a:ext uri="{FF2B5EF4-FFF2-40B4-BE49-F238E27FC236}">
                <ns2:creationId id="{4F0AEE4C-D531-48CC-90C1-FF6635C46193}"/>
              </a:ext>
            </a:extLst>
          </p:cNvPr>
          <p:cNvSpPr>
            <a:spLocks noGrp="1"/>
          </p:cNvSpPr>
          <p:nvPr/>
        </p:nvSpPr>
        <p:spPr>
          <a:xfrm>
            <a:off x="10001250" y="619125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2" name="静态批处理-轮次8">
            <a:extLst>
              <a:ext uri="{FF2B5EF4-FFF2-40B4-BE49-F238E27FC236}">
                <ns2:creationId id="{DA78EF56-563D-4CFA-A796-A95DFB740DF3}"/>
              </a:ext>
            </a:extLst>
          </p:cNvPr>
          <p:cNvSpPr>
            <a:spLocks noGrp="1"/>
          </p:cNvSpPr>
          <p:nvPr/>
        </p:nvSpPr>
        <p:spPr>
          <a:xfrm>
            <a:off x="11430000" y="619125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3" name="静态批处理-轮次9">
            <a:extLst>
              <a:ext uri="{FF2B5EF4-FFF2-40B4-BE49-F238E27FC236}">
                <ns2:creationId id="{051D39CF-B15F-4832-BE31-BBD292049516}"/>
              </a:ext>
            </a:extLst>
          </p:cNvPr>
          <p:cNvSpPr>
            <a:spLocks noGrp="1"/>
          </p:cNvSpPr>
          <p:nvPr/>
        </p:nvSpPr>
        <p:spPr>
          <a:xfrm>
            <a:off x="12858750" y="619125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4" name="静态批处理-名额1">
            <a:extLst>
              <a:ext uri="{FF2B5EF4-FFF2-40B4-BE49-F238E27FC236}">
                <ns2:creationId id="{E706E2D9-F818-42E7-9076-C831C18FA9FD}"/>
              </a:ext>
            </a:extLst>
          </p:cNvPr>
          <p:cNvSpPr>
            <a:spLocks noGrp="1"/>
          </p:cNvSpPr>
          <p:nvPr/>
        </p:nvSpPr>
        <p:spPr>
          <a:xfrm>
            <a:off x="285750" y="1019175"/>
            <a:ext cx="1000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名额 1</a:t>
            </a:r>
          </a:p>
        </p:txBody>
      </p:sp>
      <p:sp>
        <p:nvSpPr>
          <p:cNvPr id="15" name="静态批处理-名额1-A-1-背景">
            <a:extLst>
              <a:ext uri="{FF2B5EF4-FFF2-40B4-BE49-F238E27FC236}">
                <ns2:creationId id="{8C7106BD-7453-4030-AA05-E374A4CB2670}"/>
              </a:ext>
            </a:extLst>
          </p:cNvPr>
          <p:cNvSpPr>
            <a:spLocks noGrp="1"/>
          </p:cNvSpPr>
          <p:nvPr/>
        </p:nvSpPr>
        <p:spPr>
          <a:xfrm>
            <a:off x="1428750" y="1019175"/>
            <a:ext cx="2800350" cy="419100"/>
          </a:xfrm>
          <a:prstGeom prst="rect">
            <a:avLst/>
          </a:prstGeom>
          <a:solidFill>
            <a:srgbClr val="D5E1F5"/>
          </a:solidFill>
          <a:ln w="0">
            <a:noFill/>
          </a:ln>
        </p:spPr>
      </p:sp>
      <p:sp>
        <p:nvSpPr>
          <p:cNvPr id="16" name="静态批处理-名额1-A-1-色条">
            <a:extLst>
              <a:ext uri="{FF2B5EF4-FFF2-40B4-BE49-F238E27FC236}">
                <ns2:creationId id="{ADDD3822-B8E9-43A0-BEE9-5921C73275B9}"/>
              </a:ext>
            </a:extLst>
          </p:cNvPr>
          <p:cNvSpPr>
            <a:spLocks noGrp="1"/>
          </p:cNvSpPr>
          <p:nvPr/>
        </p:nvSpPr>
        <p:spPr>
          <a:xfrm>
            <a:off x="1428750" y="1400175"/>
            <a:ext cx="2800350" cy="38100"/>
          </a:xfrm>
          <a:prstGeom prst="rect">
            <a:avLst/>
          </a:prstGeom>
          <a:solidFill>
            <a:srgbClr val="2D65C5"/>
          </a:solidFill>
          <a:ln w="0">
            <a:noFill/>
          </a:ln>
        </p:spPr>
      </p:sp>
      <p:sp>
        <p:nvSpPr>
          <p:cNvPr id="17" name="静态批处理-名额1-A-1-请求">
            <a:extLst>
              <a:ext uri="{FF2B5EF4-FFF2-40B4-BE49-F238E27FC236}">
                <ns2:creationId id="{11A7CB46-C52A-493C-B644-7706E7A4C20B}"/>
              </a:ext>
            </a:extLst>
          </p:cNvPr>
          <p:cNvSpPr>
            <a:spLocks noGrp="1"/>
          </p:cNvSpPr>
          <p:nvPr/>
        </p:nvSpPr>
        <p:spPr>
          <a:xfrm>
            <a:off x="1476375" y="1009650"/>
            <a:ext cx="27051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8" name="静态批处理-名额1-空闲-3-斜纹1">
            <a:extLst>
              <a:ext uri="{FF2B5EF4-FFF2-40B4-BE49-F238E27FC236}">
                <ns2:creationId id="{1E2F1D8F-ECAE-4891-B53E-CABC9EE69138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0" y="123825"/>
                </a:moveTo>
                <a:lnTo>
                  <a:pt x="12382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19" name="静态批处理-名额1-空闲-3-斜纹2">
            <a:extLst>
              <a:ext uri="{FF2B5EF4-FFF2-40B4-BE49-F238E27FC236}">
                <ns2:creationId id="{E17DA883-BF5E-4CF8-A830-D61D05CA898B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0" y="371475"/>
                </a:moveTo>
                <a:lnTo>
                  <a:pt x="371475" y="0"/>
                </a:lnTo>
                <a:lnTo>
                  <a:pt x="247650" y="0"/>
                </a:lnTo>
                <a:lnTo>
                  <a:pt x="0" y="2476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0" name="静态批处理-名额1-空闲-3-斜纹3">
            <a:extLst>
              <a:ext uri="{FF2B5EF4-FFF2-40B4-BE49-F238E27FC236}">
                <ns2:creationId id="{D2BB8B01-0D92-45B9-9B34-019C4E9EC5D4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76200" y="419100"/>
                </a:moveTo>
                <a:lnTo>
                  <a:pt x="200025" y="419100"/>
                </a:lnTo>
                <a:lnTo>
                  <a:pt x="619125" y="0"/>
                </a:lnTo>
                <a:lnTo>
                  <a:pt x="4953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1" name="静态批处理-名额1-空闲-3-斜纹4">
            <a:extLst>
              <a:ext uri="{FF2B5EF4-FFF2-40B4-BE49-F238E27FC236}">
                <ns2:creationId id="{72175FF8-254E-4FEB-B383-757B8A595B77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323850" y="419100"/>
                </a:moveTo>
                <a:lnTo>
                  <a:pt x="447675" y="419100"/>
                </a:lnTo>
                <a:lnTo>
                  <a:pt x="866775" y="0"/>
                </a:lnTo>
                <a:lnTo>
                  <a:pt x="7429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2" name="静态批处理-名额1-空闲-3-斜纹5">
            <a:extLst>
              <a:ext uri="{FF2B5EF4-FFF2-40B4-BE49-F238E27FC236}">
                <ns2:creationId id="{F6E2EF1B-1D7D-4C2D-A946-4A356CB23757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571500" y="419100"/>
                </a:moveTo>
                <a:lnTo>
                  <a:pt x="695325" y="419100"/>
                </a:lnTo>
                <a:lnTo>
                  <a:pt x="1114425" y="0"/>
                </a:lnTo>
                <a:lnTo>
                  <a:pt x="9906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3" name="静态批处理-名额1-空闲-3-斜纹6">
            <a:extLst>
              <a:ext uri="{FF2B5EF4-FFF2-40B4-BE49-F238E27FC236}">
                <ns2:creationId id="{83AB854B-46AB-4121-B575-E9398D97B72C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819150" y="419100"/>
                </a:moveTo>
                <a:lnTo>
                  <a:pt x="942975" y="419100"/>
                </a:lnTo>
                <a:lnTo>
                  <a:pt x="1362075" y="0"/>
                </a:lnTo>
                <a:lnTo>
                  <a:pt x="12382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4" name="静态批处理-名额1-空闲-3-斜纹7">
            <a:extLst>
              <a:ext uri="{FF2B5EF4-FFF2-40B4-BE49-F238E27FC236}">
                <ns2:creationId id="{EEBE02D9-4350-4E4B-B427-E324A7A38143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1066800" y="419100"/>
                </a:moveTo>
                <a:lnTo>
                  <a:pt x="1190625" y="419100"/>
                </a:lnTo>
                <a:lnTo>
                  <a:pt x="1609725" y="0"/>
                </a:lnTo>
                <a:lnTo>
                  <a:pt x="14859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5" name="静态批处理-名额1-空闲-3-斜纹8">
            <a:extLst>
              <a:ext uri="{FF2B5EF4-FFF2-40B4-BE49-F238E27FC236}">
                <ns2:creationId id="{82865C7F-3F23-4DE9-94A1-756861B96CD5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1314450" y="419100"/>
                </a:moveTo>
                <a:lnTo>
                  <a:pt x="1438275" y="419100"/>
                </a:lnTo>
                <a:lnTo>
                  <a:pt x="1857375" y="0"/>
                </a:lnTo>
                <a:lnTo>
                  <a:pt x="17335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6" name="静态批处理-名额1-空闲-3-斜纹9">
            <a:extLst>
              <a:ext uri="{FF2B5EF4-FFF2-40B4-BE49-F238E27FC236}">
                <ns2:creationId id="{A988C1FD-021E-42E3-B030-B56A438328EB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1562100" y="419100"/>
                </a:moveTo>
                <a:lnTo>
                  <a:pt x="1685925" y="419100"/>
                </a:lnTo>
                <a:lnTo>
                  <a:pt x="2105025" y="0"/>
                </a:lnTo>
                <a:lnTo>
                  <a:pt x="19812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7" name="静态批处理-名额1-空闲-3-斜纹10">
            <a:extLst>
              <a:ext uri="{FF2B5EF4-FFF2-40B4-BE49-F238E27FC236}">
                <ns2:creationId id="{902DE0A6-ED8A-41CC-B36A-41B4C56D82EB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1809750" y="419100"/>
                </a:moveTo>
                <a:lnTo>
                  <a:pt x="1933575" y="419100"/>
                </a:lnTo>
                <a:lnTo>
                  <a:pt x="2352675" y="0"/>
                </a:lnTo>
                <a:lnTo>
                  <a:pt x="22288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8" name="静态批处理-名额1-空闲-3-斜纹11">
            <a:extLst>
              <a:ext uri="{FF2B5EF4-FFF2-40B4-BE49-F238E27FC236}">
                <ns2:creationId id="{828F7280-02D4-4F05-B5F9-4299929BF738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2057400" y="419100"/>
                </a:moveTo>
                <a:lnTo>
                  <a:pt x="2181225" y="419100"/>
                </a:lnTo>
                <a:lnTo>
                  <a:pt x="2600325" y="0"/>
                </a:lnTo>
                <a:lnTo>
                  <a:pt x="24765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29" name="静态批处理-名额1-空闲-3-斜纹12">
            <a:extLst>
              <a:ext uri="{FF2B5EF4-FFF2-40B4-BE49-F238E27FC236}">
                <ns2:creationId id="{15035015-FE60-42EC-8F8C-3667A1B82E12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2305050" y="419100"/>
                </a:moveTo>
                <a:lnTo>
                  <a:pt x="2428875" y="419100"/>
                </a:lnTo>
                <a:lnTo>
                  <a:pt x="2847975" y="0"/>
                </a:lnTo>
                <a:lnTo>
                  <a:pt x="27241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30" name="静态批处理-名额1-空闲-3-斜纹13">
            <a:extLst>
              <a:ext uri="{FF2B5EF4-FFF2-40B4-BE49-F238E27FC236}">
                <ns2:creationId id="{B76ED26F-CCF8-46EA-8A09-EF882CA9AD8C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2552700" y="419100"/>
                </a:moveTo>
                <a:lnTo>
                  <a:pt x="2676525" y="419100"/>
                </a:lnTo>
                <a:lnTo>
                  <a:pt x="3095625" y="0"/>
                </a:lnTo>
                <a:lnTo>
                  <a:pt x="29718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31" name="静态批处理-名额1-空闲-3-斜纹14">
            <a:extLst>
              <a:ext uri="{FF2B5EF4-FFF2-40B4-BE49-F238E27FC236}">
                <ns2:creationId id="{4A7A1307-33BF-417F-870A-F05EF8C42619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2800350" y="419100"/>
                </a:moveTo>
                <a:lnTo>
                  <a:pt x="2924175" y="419100"/>
                </a:lnTo>
                <a:lnTo>
                  <a:pt x="3343275" y="0"/>
                </a:lnTo>
                <a:lnTo>
                  <a:pt x="32194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32" name="静态批处理-名额1-空闲-3-斜纹15">
            <a:extLst>
              <a:ext uri="{FF2B5EF4-FFF2-40B4-BE49-F238E27FC236}">
                <ns2:creationId id="{05A64BD8-18E2-436A-8F03-1E6262508C1A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3048000" y="419100"/>
                </a:moveTo>
                <a:lnTo>
                  <a:pt x="3171825" y="419100"/>
                </a:lnTo>
                <a:lnTo>
                  <a:pt x="3590925" y="0"/>
                </a:lnTo>
                <a:lnTo>
                  <a:pt x="34671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33" name="静态批处理-名额1-空闲-3-斜纹16">
            <a:extLst>
              <a:ext uri="{FF2B5EF4-FFF2-40B4-BE49-F238E27FC236}">
                <ns2:creationId id="{22985CBA-9636-4DE9-99B2-D88FB17F7AA9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3295650" y="419100"/>
                </a:moveTo>
                <a:lnTo>
                  <a:pt x="3419475" y="419100"/>
                </a:lnTo>
                <a:lnTo>
                  <a:pt x="3838575" y="0"/>
                </a:lnTo>
                <a:lnTo>
                  <a:pt x="37147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34" name="静态批处理-名额1-空闲-3-斜纹17">
            <a:extLst>
              <a:ext uri="{FF2B5EF4-FFF2-40B4-BE49-F238E27FC236}">
                <ns2:creationId id="{21471F76-8860-4AF0-97BF-2A494852D291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3543300" y="419100"/>
                </a:moveTo>
                <a:lnTo>
                  <a:pt x="3667125" y="419100"/>
                </a:lnTo>
                <a:lnTo>
                  <a:pt x="4086225" y="0"/>
                </a:lnTo>
                <a:lnTo>
                  <a:pt x="39624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35" name="静态批处理-名额1-空闲-3-斜纹18">
            <a:extLst>
              <a:ext uri="{FF2B5EF4-FFF2-40B4-BE49-F238E27FC236}">
                <ns2:creationId id="{25F6AD2F-8502-4CF0-86A8-3E93AB752F1A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3790950" y="419100"/>
                </a:moveTo>
                <a:lnTo>
                  <a:pt x="3914775" y="419100"/>
                </a:lnTo>
                <a:lnTo>
                  <a:pt x="4333875" y="0"/>
                </a:lnTo>
                <a:lnTo>
                  <a:pt x="42100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36" name="静态批处理-名额1-空闲-3-斜纹19">
            <a:extLst>
              <a:ext uri="{FF2B5EF4-FFF2-40B4-BE49-F238E27FC236}">
                <ns2:creationId id="{B9492195-E832-4F60-AD84-CBC481FEA1D3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4038600" y="419100"/>
                </a:moveTo>
                <a:lnTo>
                  <a:pt x="4162425" y="419100"/>
                </a:lnTo>
                <a:lnTo>
                  <a:pt x="4581525" y="0"/>
                </a:lnTo>
                <a:lnTo>
                  <a:pt x="44577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37" name="静态批处理-名额1-空闲-3-斜纹20">
            <a:extLst>
              <a:ext uri="{FF2B5EF4-FFF2-40B4-BE49-F238E27FC236}">
                <ns2:creationId id="{F5265E86-4336-4F3E-A1C8-FF7B939E52C6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4286250" y="419100"/>
                </a:moveTo>
                <a:lnTo>
                  <a:pt x="4410075" y="419100"/>
                </a:lnTo>
                <a:lnTo>
                  <a:pt x="4829175" y="0"/>
                </a:lnTo>
                <a:lnTo>
                  <a:pt x="47053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38" name="静态批处理-名额1-空闲-3-斜纹21">
            <a:extLst>
              <a:ext uri="{FF2B5EF4-FFF2-40B4-BE49-F238E27FC236}">
                <ns2:creationId id="{8E8FF9AC-B3AF-4B7A-9944-0128C0C7346F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4533900" y="419100"/>
                </a:moveTo>
                <a:lnTo>
                  <a:pt x="4657725" y="419100"/>
                </a:lnTo>
                <a:lnTo>
                  <a:pt x="5076825" y="0"/>
                </a:lnTo>
                <a:lnTo>
                  <a:pt x="49530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39" name="静态批处理-名额1-空闲-3-斜纹22">
            <a:extLst>
              <a:ext uri="{FF2B5EF4-FFF2-40B4-BE49-F238E27FC236}">
                <ns2:creationId id="{934F1223-BE36-4E2D-B133-3B88746C4560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4781550" y="419100"/>
                </a:moveTo>
                <a:lnTo>
                  <a:pt x="4905375" y="419100"/>
                </a:lnTo>
                <a:lnTo>
                  <a:pt x="5324475" y="0"/>
                </a:lnTo>
                <a:lnTo>
                  <a:pt x="52006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40" name="静态批处理-名额1-空闲-3-斜纹23">
            <a:extLst>
              <a:ext uri="{FF2B5EF4-FFF2-40B4-BE49-F238E27FC236}">
                <ns2:creationId id="{B21F2E4F-F205-419A-AEA6-B90BF4B03E79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5029200" y="419100"/>
                </a:moveTo>
                <a:lnTo>
                  <a:pt x="5153025" y="419100"/>
                </a:lnTo>
                <a:lnTo>
                  <a:pt x="5572125" y="0"/>
                </a:lnTo>
                <a:lnTo>
                  <a:pt x="54483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41" name="静态批处理-名额1-空闲-3-斜纹24">
            <a:extLst>
              <a:ext uri="{FF2B5EF4-FFF2-40B4-BE49-F238E27FC236}">
                <ns2:creationId id="{0CAD872E-F3CC-4F0A-B372-B011D620178E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5276850" y="419100"/>
                </a:moveTo>
                <a:lnTo>
                  <a:pt x="5400675" y="419100"/>
                </a:lnTo>
                <a:lnTo>
                  <a:pt x="5657850" y="161925"/>
                </a:lnTo>
                <a:lnTo>
                  <a:pt x="5657850" y="3810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42" name="静态批处理-名额1-空闲-3-斜纹25">
            <a:extLst>
              <a:ext uri="{FF2B5EF4-FFF2-40B4-BE49-F238E27FC236}">
                <ns2:creationId id="{D42B0F8E-9102-4765-9458-D37D1A019840}"/>
              </a:ext>
            </a:extLst>
          </p:cNvPr>
          <p:cNvSpPr>
            <a:spLocks noGrp="1"/>
          </p:cNvSpPr>
          <p:nvPr/>
        </p:nvSpPr>
        <p:spPr>
          <a:xfrm>
            <a:off x="4286250" y="1019175"/>
            <a:ext cx="5657850" cy="419100"/>
          </a:xfrm>
          <a:custGeom>
            <a:pathLst>
              <a:path w="5657850" h="419100">
                <a:moveTo>
                  <a:pt x="5524500" y="419100"/>
                </a:moveTo>
                <a:lnTo>
                  <a:pt x="5648325" y="419100"/>
                </a:lnTo>
                <a:lnTo>
                  <a:pt x="5657850" y="409575"/>
                </a:lnTo>
                <a:lnTo>
                  <a:pt x="5657850" y="2857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43" name="静态批处理-名额1-空闲-3-说明">
            <a:extLst>
              <a:ext uri="{FF2B5EF4-FFF2-40B4-BE49-F238E27FC236}">
                <ns2:creationId id="{FAD667D7-FF82-444D-A865-28F4933E8EDE}"/>
              </a:ext>
            </a:extLst>
          </p:cNvPr>
          <p:cNvSpPr>
            <a:spLocks noGrp="1"/>
          </p:cNvSpPr>
          <p:nvPr/>
        </p:nvSpPr>
        <p:spPr>
          <a:xfrm>
            <a:off x="4362450" y="1019175"/>
            <a:ext cx="55054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名额未补用</a:t>
            </a:r>
          </a:p>
        </p:txBody>
      </p:sp>
      <p:sp>
        <p:nvSpPr>
          <p:cNvPr id="44" name="静态批处理-名额1-D-7-背景">
            <a:extLst>
              <a:ext uri="{FF2B5EF4-FFF2-40B4-BE49-F238E27FC236}">
                <ns2:creationId id="{3A48E556-D56C-4D1D-B12E-D529FD1D7C48}"/>
              </a:ext>
            </a:extLst>
          </p:cNvPr>
          <p:cNvSpPr>
            <a:spLocks noGrp="1"/>
          </p:cNvSpPr>
          <p:nvPr/>
        </p:nvSpPr>
        <p:spPr>
          <a:xfrm>
            <a:off x="10001250" y="1019175"/>
            <a:ext cx="4229100" cy="419100"/>
          </a:xfrm>
          <a:prstGeom prst="rect">
            <a:avLst/>
          </a:prstGeom>
          <a:solidFill>
            <a:srgbClr val="DCF0E5"/>
          </a:solidFill>
          <a:ln w="0">
            <a:noFill/>
          </a:ln>
        </p:spPr>
      </p:sp>
      <p:sp>
        <p:nvSpPr>
          <p:cNvPr id="45" name="静态批处理-名额1-D-7-色条">
            <a:extLst>
              <a:ext uri="{FF2B5EF4-FFF2-40B4-BE49-F238E27FC236}">
                <ns2:creationId id="{CCBDCF01-2579-4A48-9D4C-5A2566A1F173}"/>
              </a:ext>
            </a:extLst>
          </p:cNvPr>
          <p:cNvSpPr>
            <a:spLocks noGrp="1"/>
          </p:cNvSpPr>
          <p:nvPr/>
        </p:nvSpPr>
        <p:spPr>
          <a:xfrm>
            <a:off x="10001250" y="1400175"/>
            <a:ext cx="4229100" cy="38100"/>
          </a:xfrm>
          <a:prstGeom prst="rect">
            <a:avLst/>
          </a:prstGeom>
          <a:solidFill>
            <a:srgbClr val="4D9B70"/>
          </a:solidFill>
          <a:ln w="0">
            <a:noFill/>
          </a:ln>
        </p:spPr>
      </p:sp>
      <p:sp>
        <p:nvSpPr>
          <p:cNvPr id="46" name="静态批处理-名额1-D-7-请求">
            <a:extLst>
              <a:ext uri="{FF2B5EF4-FFF2-40B4-BE49-F238E27FC236}">
                <ns2:creationId id="{1B57D2D0-34DA-496F-AE40-BBA6C7A8507F}"/>
              </a:ext>
            </a:extLst>
          </p:cNvPr>
          <p:cNvSpPr>
            <a:spLocks noGrp="1"/>
          </p:cNvSpPr>
          <p:nvPr/>
        </p:nvSpPr>
        <p:spPr>
          <a:xfrm>
            <a:off x="10048875" y="1009650"/>
            <a:ext cx="41338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47" name="静态批处理-名额2">
            <a:extLst>
              <a:ext uri="{FF2B5EF4-FFF2-40B4-BE49-F238E27FC236}">
                <ns2:creationId id="{5C8D6E8C-0284-4E99-AE91-6FE2BEFA3EA3}"/>
              </a:ext>
            </a:extLst>
          </p:cNvPr>
          <p:cNvSpPr>
            <a:spLocks noGrp="1"/>
          </p:cNvSpPr>
          <p:nvPr/>
        </p:nvSpPr>
        <p:spPr>
          <a:xfrm>
            <a:off x="285750" y="1571625"/>
            <a:ext cx="1000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名额 2</a:t>
            </a:r>
          </a:p>
        </p:txBody>
      </p:sp>
      <p:sp>
        <p:nvSpPr>
          <p:cNvPr id="48" name="静态批处理-名额2-B-1-背景">
            <a:extLst>
              <a:ext uri="{FF2B5EF4-FFF2-40B4-BE49-F238E27FC236}">
                <ns2:creationId id="{BDFD9254-51F6-4C10-A02C-091C236A6666}"/>
              </a:ext>
            </a:extLst>
          </p:cNvPr>
          <p:cNvSpPr>
            <a:spLocks noGrp="1"/>
          </p:cNvSpPr>
          <p:nvPr/>
        </p:nvSpPr>
        <p:spPr>
          <a:xfrm>
            <a:off x="1428750" y="1571625"/>
            <a:ext cx="5657850" cy="419100"/>
          </a:xfrm>
          <a:prstGeom prst="rect">
            <a:avLst/>
          </a:prstGeom>
          <a:solidFill>
            <a:srgbClr val="FCF4DA"/>
          </a:solidFill>
          <a:ln w="0">
            <a:noFill/>
          </a:ln>
        </p:spPr>
      </p:sp>
      <p:sp>
        <p:nvSpPr>
          <p:cNvPr id="49" name="静态批处理-名额2-B-1-色条">
            <a:extLst>
              <a:ext uri="{FF2B5EF4-FFF2-40B4-BE49-F238E27FC236}">
                <ns2:creationId id="{F08077DA-318B-44D5-937C-AD97AAE45BB7}"/>
              </a:ext>
            </a:extLst>
          </p:cNvPr>
          <p:cNvSpPr>
            <a:spLocks noGrp="1"/>
          </p:cNvSpPr>
          <p:nvPr/>
        </p:nvSpPr>
        <p:spPr>
          <a:xfrm>
            <a:off x="1428750" y="1952625"/>
            <a:ext cx="5657850" cy="38100"/>
          </a:xfrm>
          <a:prstGeom prst="rect">
            <a:avLst/>
          </a:prstGeom>
          <a:solidFill>
            <a:srgbClr val="F7CA3E"/>
          </a:solidFill>
          <a:ln w="0">
            <a:noFill/>
          </a:ln>
        </p:spPr>
      </p:sp>
      <p:sp>
        <p:nvSpPr>
          <p:cNvPr id="50" name="静态批处理-名额2-B-1-请求">
            <a:extLst>
              <a:ext uri="{FF2B5EF4-FFF2-40B4-BE49-F238E27FC236}">
                <ns2:creationId id="{5030B923-E71A-48BF-BDA9-FCEAECF1D18B}"/>
              </a:ext>
            </a:extLst>
          </p:cNvPr>
          <p:cNvSpPr>
            <a:spLocks noGrp="1"/>
          </p:cNvSpPr>
          <p:nvPr/>
        </p:nvSpPr>
        <p:spPr>
          <a:xfrm>
            <a:off x="1476375" y="1562100"/>
            <a:ext cx="55626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1" name="静态批处理-名额2-空闲-5-斜纹1">
            <a:extLst>
              <a:ext uri="{FF2B5EF4-FFF2-40B4-BE49-F238E27FC236}">
                <ns2:creationId id="{8EDC814A-52B2-443B-AF00-A81A4F74F600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2800350" cy="419100"/>
          </a:xfrm>
          <a:custGeom>
            <a:pathLst>
              <a:path w="2800350" h="419100">
                <a:moveTo>
                  <a:pt x="0" y="123825"/>
                </a:moveTo>
                <a:lnTo>
                  <a:pt x="12382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52" name="静态批处理-名额2-空闲-5-斜纹2">
            <a:extLst>
              <a:ext uri="{FF2B5EF4-FFF2-40B4-BE49-F238E27FC236}">
                <ns2:creationId id="{DC73876B-9D0D-42E8-A6CB-BDDBF84C6183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2800350" cy="419100"/>
          </a:xfrm>
          <a:custGeom>
            <a:pathLst>
              <a:path w="2800350" h="419100">
                <a:moveTo>
                  <a:pt x="0" y="371475"/>
                </a:moveTo>
                <a:lnTo>
                  <a:pt x="371475" y="0"/>
                </a:lnTo>
                <a:lnTo>
                  <a:pt x="247650" y="0"/>
                </a:lnTo>
                <a:lnTo>
                  <a:pt x="0" y="2476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53" name="静态批处理-名额2-空闲-5-斜纹3">
            <a:extLst>
              <a:ext uri="{FF2B5EF4-FFF2-40B4-BE49-F238E27FC236}">
                <ns2:creationId id="{8A7275F8-7519-4BDC-9536-905EE538EF2F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2800350" cy="419100"/>
          </a:xfrm>
          <a:custGeom>
            <a:pathLst>
              <a:path w="2800350" h="419100">
                <a:moveTo>
                  <a:pt x="76200" y="419100"/>
                </a:moveTo>
                <a:lnTo>
                  <a:pt x="200025" y="419100"/>
                </a:lnTo>
                <a:lnTo>
                  <a:pt x="619125" y="0"/>
                </a:lnTo>
                <a:lnTo>
                  <a:pt x="4953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54" name="静态批处理-名额2-空闲-5-斜纹4">
            <a:extLst>
              <a:ext uri="{FF2B5EF4-FFF2-40B4-BE49-F238E27FC236}">
                <ns2:creationId id="{E3A07C64-AFF5-4747-8E6C-D4CDF5B7730F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2800350" cy="419100"/>
          </a:xfrm>
          <a:custGeom>
            <a:pathLst>
              <a:path w="2800350" h="419100">
                <a:moveTo>
                  <a:pt x="323850" y="419100"/>
                </a:moveTo>
                <a:lnTo>
                  <a:pt x="447675" y="419100"/>
                </a:lnTo>
                <a:lnTo>
                  <a:pt x="866775" y="0"/>
                </a:lnTo>
                <a:lnTo>
                  <a:pt x="7429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55" name="静态批处理-名额2-空闲-5-斜纹5">
            <a:extLst>
              <a:ext uri="{FF2B5EF4-FFF2-40B4-BE49-F238E27FC236}">
                <ns2:creationId id="{A2AAFADB-67D8-48DA-AE76-B43D731DE976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2800350" cy="419100"/>
          </a:xfrm>
          <a:custGeom>
            <a:pathLst>
              <a:path w="2800350" h="419100">
                <a:moveTo>
                  <a:pt x="571500" y="419100"/>
                </a:moveTo>
                <a:lnTo>
                  <a:pt x="695325" y="419100"/>
                </a:lnTo>
                <a:lnTo>
                  <a:pt x="1114425" y="0"/>
                </a:lnTo>
                <a:lnTo>
                  <a:pt x="9906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56" name="静态批处理-名额2-空闲-5-斜纹6">
            <a:extLst>
              <a:ext uri="{FF2B5EF4-FFF2-40B4-BE49-F238E27FC236}">
                <ns2:creationId id="{EDE44E88-8D9C-49A7-A099-A1B9BA45577B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2800350" cy="419100"/>
          </a:xfrm>
          <a:custGeom>
            <a:pathLst>
              <a:path w="2800350" h="419100">
                <a:moveTo>
                  <a:pt x="819150" y="419100"/>
                </a:moveTo>
                <a:lnTo>
                  <a:pt x="942975" y="419100"/>
                </a:lnTo>
                <a:lnTo>
                  <a:pt x="1362075" y="0"/>
                </a:lnTo>
                <a:lnTo>
                  <a:pt x="12382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57" name="静态批处理-名额2-空闲-5-斜纹7">
            <a:extLst>
              <a:ext uri="{FF2B5EF4-FFF2-40B4-BE49-F238E27FC236}">
                <ns2:creationId id="{3788FE3F-4AB6-4182-9221-6BF0336186A2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2800350" cy="419100"/>
          </a:xfrm>
          <a:custGeom>
            <a:pathLst>
              <a:path w="2800350" h="419100">
                <a:moveTo>
                  <a:pt x="1066800" y="419100"/>
                </a:moveTo>
                <a:lnTo>
                  <a:pt x="1190625" y="419100"/>
                </a:lnTo>
                <a:lnTo>
                  <a:pt x="1609725" y="0"/>
                </a:lnTo>
                <a:lnTo>
                  <a:pt x="14859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58" name="静态批处理-名额2-空闲-5-斜纹8">
            <a:extLst>
              <a:ext uri="{FF2B5EF4-FFF2-40B4-BE49-F238E27FC236}">
                <ns2:creationId id="{3282665C-6400-46C2-AFAD-62DFFE933A3A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2800350" cy="419100"/>
          </a:xfrm>
          <a:custGeom>
            <a:pathLst>
              <a:path w="2800350" h="419100">
                <a:moveTo>
                  <a:pt x="1314450" y="419100"/>
                </a:moveTo>
                <a:lnTo>
                  <a:pt x="1438275" y="419100"/>
                </a:lnTo>
                <a:lnTo>
                  <a:pt x="1857375" y="0"/>
                </a:lnTo>
                <a:lnTo>
                  <a:pt x="17335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59" name="静态批处理-名额2-空闲-5-斜纹9">
            <a:extLst>
              <a:ext uri="{FF2B5EF4-FFF2-40B4-BE49-F238E27FC236}">
                <ns2:creationId id="{81C419E5-59C4-472E-ABBD-FBF5DDD24C0A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2800350" cy="419100"/>
          </a:xfrm>
          <a:custGeom>
            <a:pathLst>
              <a:path w="2800350" h="419100">
                <a:moveTo>
                  <a:pt x="1562100" y="419100"/>
                </a:moveTo>
                <a:lnTo>
                  <a:pt x="1685925" y="419100"/>
                </a:lnTo>
                <a:lnTo>
                  <a:pt x="2105025" y="0"/>
                </a:lnTo>
                <a:lnTo>
                  <a:pt x="19812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60" name="静态批处理-名额2-空闲-5-斜纹10">
            <a:extLst>
              <a:ext uri="{FF2B5EF4-FFF2-40B4-BE49-F238E27FC236}">
                <ns2:creationId id="{7966E831-A38C-4013-91BA-FD1D4BABAD85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2800350" cy="419100"/>
          </a:xfrm>
          <a:custGeom>
            <a:pathLst>
              <a:path w="2800350" h="419100">
                <a:moveTo>
                  <a:pt x="1809750" y="419100"/>
                </a:moveTo>
                <a:lnTo>
                  <a:pt x="1933575" y="419100"/>
                </a:lnTo>
                <a:lnTo>
                  <a:pt x="2352675" y="0"/>
                </a:lnTo>
                <a:lnTo>
                  <a:pt x="22288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61" name="静态批处理-名额2-空闲-5-斜纹11">
            <a:extLst>
              <a:ext uri="{FF2B5EF4-FFF2-40B4-BE49-F238E27FC236}">
                <ns2:creationId id="{E545B9DB-8461-4938-83A4-268D84CE9B04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2800350" cy="419100"/>
          </a:xfrm>
          <a:custGeom>
            <a:pathLst>
              <a:path w="2800350" h="419100">
                <a:moveTo>
                  <a:pt x="2057400" y="419100"/>
                </a:moveTo>
                <a:lnTo>
                  <a:pt x="2181225" y="419100"/>
                </a:lnTo>
                <a:lnTo>
                  <a:pt x="2600325" y="0"/>
                </a:lnTo>
                <a:lnTo>
                  <a:pt x="24765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62" name="静态批处理-名额2-空闲-5-斜纹12">
            <a:extLst>
              <a:ext uri="{FF2B5EF4-FFF2-40B4-BE49-F238E27FC236}">
                <ns2:creationId id="{0AB07390-5892-421B-B054-148BA2FC346A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2800350" cy="419100"/>
          </a:xfrm>
          <a:custGeom>
            <a:pathLst>
              <a:path w="2800350" h="419100">
                <a:moveTo>
                  <a:pt x="2305050" y="419100"/>
                </a:moveTo>
                <a:lnTo>
                  <a:pt x="2428875" y="419100"/>
                </a:lnTo>
                <a:lnTo>
                  <a:pt x="2800350" y="47625"/>
                </a:lnTo>
                <a:lnTo>
                  <a:pt x="2800350" y="0"/>
                </a:lnTo>
                <a:lnTo>
                  <a:pt x="27241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63" name="静态批处理-名额2-空闲-5-斜纹13">
            <a:extLst>
              <a:ext uri="{FF2B5EF4-FFF2-40B4-BE49-F238E27FC236}">
                <ns2:creationId id="{12DA3DD5-8048-4DDC-9D4C-8F0884F46FC6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2800350" cy="419100"/>
          </a:xfrm>
          <a:custGeom>
            <a:pathLst>
              <a:path w="2800350" h="419100">
                <a:moveTo>
                  <a:pt x="2552700" y="419100"/>
                </a:moveTo>
                <a:lnTo>
                  <a:pt x="2676525" y="419100"/>
                </a:lnTo>
                <a:lnTo>
                  <a:pt x="2800350" y="295275"/>
                </a:lnTo>
                <a:lnTo>
                  <a:pt x="2800350" y="1714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64" name="静态批处理-名额2-空闲-5-说明">
            <a:extLst>
              <a:ext uri="{FF2B5EF4-FFF2-40B4-BE49-F238E27FC236}">
                <ns2:creationId id="{6D7B8908-FA82-4EB4-981E-8CADFE35F17C}"/>
              </a:ext>
            </a:extLst>
          </p:cNvPr>
          <p:cNvSpPr>
            <a:spLocks noGrp="1"/>
          </p:cNvSpPr>
          <p:nvPr/>
        </p:nvSpPr>
        <p:spPr>
          <a:xfrm>
            <a:off x="7219950" y="1571625"/>
            <a:ext cx="26479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名额未补用</a:t>
            </a:r>
          </a:p>
        </p:txBody>
      </p:sp>
      <p:sp>
        <p:nvSpPr>
          <p:cNvPr id="65" name="静态批处理-名额2-E-7-背景">
            <a:extLst>
              <a:ext uri="{FF2B5EF4-FFF2-40B4-BE49-F238E27FC236}">
                <ns2:creationId id="{F903CB70-A033-4A77-9EDE-91DC3747E0D5}"/>
              </a:ext>
            </a:extLst>
          </p:cNvPr>
          <p:cNvSpPr>
            <a:spLocks noGrp="1"/>
          </p:cNvSpPr>
          <p:nvPr/>
        </p:nvSpPr>
        <p:spPr>
          <a:xfrm>
            <a:off x="10001250" y="1571625"/>
            <a:ext cx="2800350" cy="419100"/>
          </a:xfrm>
          <a:prstGeom prst="rect">
            <a:avLst/>
          </a:prstGeom>
          <a:solidFill>
            <a:srgbClr val="EAE0F7"/>
          </a:solidFill>
          <a:ln w="0">
            <a:noFill/>
          </a:ln>
        </p:spPr>
      </p:sp>
      <p:sp>
        <p:nvSpPr>
          <p:cNvPr id="66" name="静态批处理-名额2-E-7-色条">
            <a:extLst>
              <a:ext uri="{FF2B5EF4-FFF2-40B4-BE49-F238E27FC236}">
                <ns2:creationId id="{663D6FBC-7991-4474-A6E2-26444F1BBC6E}"/>
              </a:ext>
            </a:extLst>
          </p:cNvPr>
          <p:cNvSpPr>
            <a:spLocks noGrp="1"/>
          </p:cNvSpPr>
          <p:nvPr/>
        </p:nvSpPr>
        <p:spPr>
          <a:xfrm>
            <a:off x="10001250" y="1952625"/>
            <a:ext cx="2800350" cy="38100"/>
          </a:xfrm>
          <a:prstGeom prst="rect">
            <a:avLst/>
          </a:prstGeom>
          <a:solidFill>
            <a:srgbClr val="8B65BB"/>
          </a:solidFill>
          <a:ln w="0">
            <a:noFill/>
          </a:ln>
        </p:spPr>
      </p:sp>
      <p:sp>
        <p:nvSpPr>
          <p:cNvPr id="67" name="静态批处理-名额2-E-7-请求">
            <a:extLst>
              <a:ext uri="{FF2B5EF4-FFF2-40B4-BE49-F238E27FC236}">
                <ns2:creationId id="{53A9146B-2A57-4B6F-911C-07F68426A90D}"/>
              </a:ext>
            </a:extLst>
          </p:cNvPr>
          <p:cNvSpPr>
            <a:spLocks noGrp="1"/>
          </p:cNvSpPr>
          <p:nvPr/>
        </p:nvSpPr>
        <p:spPr>
          <a:xfrm>
            <a:off x="10048875" y="1562100"/>
            <a:ext cx="27051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68" name="静态批处理-名额2-空闲-9-斜纹1">
            <a:extLst>
              <a:ext uri="{FF2B5EF4-FFF2-40B4-BE49-F238E27FC236}">
                <ns2:creationId id="{8205F134-71C5-48EF-B334-B2DEE8E2AA14}"/>
              </a:ext>
            </a:extLst>
          </p:cNvPr>
          <p:cNvSpPr>
            <a:spLocks noGrp="1"/>
          </p:cNvSpPr>
          <p:nvPr/>
        </p:nvSpPr>
        <p:spPr>
          <a:xfrm>
            <a:off x="12858750" y="1571625"/>
            <a:ext cx="1371600" cy="419100"/>
          </a:xfrm>
          <a:custGeom>
            <a:pathLst>
              <a:path w="1371600" h="419100">
                <a:moveTo>
                  <a:pt x="0" y="123825"/>
                </a:moveTo>
                <a:lnTo>
                  <a:pt x="12382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69" name="静态批处理-名额2-空闲-9-斜纹2">
            <a:extLst>
              <a:ext uri="{FF2B5EF4-FFF2-40B4-BE49-F238E27FC236}">
                <ns2:creationId id="{42D6DD19-E6A4-4204-892B-0E6943C4F4B9}"/>
              </a:ext>
            </a:extLst>
          </p:cNvPr>
          <p:cNvSpPr>
            <a:spLocks noGrp="1"/>
          </p:cNvSpPr>
          <p:nvPr/>
        </p:nvSpPr>
        <p:spPr>
          <a:xfrm>
            <a:off x="12858750" y="1571625"/>
            <a:ext cx="1371600" cy="419100"/>
          </a:xfrm>
          <a:custGeom>
            <a:pathLst>
              <a:path w="1371600" h="419100">
                <a:moveTo>
                  <a:pt x="0" y="371475"/>
                </a:moveTo>
                <a:lnTo>
                  <a:pt x="371475" y="0"/>
                </a:lnTo>
                <a:lnTo>
                  <a:pt x="247650" y="0"/>
                </a:lnTo>
                <a:lnTo>
                  <a:pt x="0" y="2476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70" name="静态批处理-名额2-空闲-9-斜纹3">
            <a:extLst>
              <a:ext uri="{FF2B5EF4-FFF2-40B4-BE49-F238E27FC236}">
                <ns2:creationId id="{485CF438-84CD-4AB5-9521-DB9DD4CF6761}"/>
              </a:ext>
            </a:extLst>
          </p:cNvPr>
          <p:cNvSpPr>
            <a:spLocks noGrp="1"/>
          </p:cNvSpPr>
          <p:nvPr/>
        </p:nvSpPr>
        <p:spPr>
          <a:xfrm>
            <a:off x="12858750" y="1571625"/>
            <a:ext cx="1371600" cy="419100"/>
          </a:xfrm>
          <a:custGeom>
            <a:pathLst>
              <a:path w="1371600" h="419100">
                <a:moveTo>
                  <a:pt x="76200" y="419100"/>
                </a:moveTo>
                <a:lnTo>
                  <a:pt x="200025" y="419100"/>
                </a:lnTo>
                <a:lnTo>
                  <a:pt x="619125" y="0"/>
                </a:lnTo>
                <a:lnTo>
                  <a:pt x="4953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71" name="静态批处理-名额2-空闲-9-斜纹4">
            <a:extLst>
              <a:ext uri="{FF2B5EF4-FFF2-40B4-BE49-F238E27FC236}">
                <ns2:creationId id="{DC442269-EE45-40C5-8780-7D6CE3AEE7B3}"/>
              </a:ext>
            </a:extLst>
          </p:cNvPr>
          <p:cNvSpPr>
            <a:spLocks noGrp="1"/>
          </p:cNvSpPr>
          <p:nvPr/>
        </p:nvSpPr>
        <p:spPr>
          <a:xfrm>
            <a:off x="12858750" y="1571625"/>
            <a:ext cx="1371600" cy="419100"/>
          </a:xfrm>
          <a:custGeom>
            <a:pathLst>
              <a:path w="1371600" h="419100">
                <a:moveTo>
                  <a:pt x="323850" y="419100"/>
                </a:moveTo>
                <a:lnTo>
                  <a:pt x="447675" y="419100"/>
                </a:lnTo>
                <a:lnTo>
                  <a:pt x="866775" y="0"/>
                </a:lnTo>
                <a:lnTo>
                  <a:pt x="7429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72" name="静态批处理-名额2-空闲-9-斜纹5">
            <a:extLst>
              <a:ext uri="{FF2B5EF4-FFF2-40B4-BE49-F238E27FC236}">
                <ns2:creationId id="{1ECAD402-24BE-469B-83D0-67489AC6AA81}"/>
              </a:ext>
            </a:extLst>
          </p:cNvPr>
          <p:cNvSpPr>
            <a:spLocks noGrp="1"/>
          </p:cNvSpPr>
          <p:nvPr/>
        </p:nvSpPr>
        <p:spPr>
          <a:xfrm>
            <a:off x="12858750" y="1571625"/>
            <a:ext cx="1371600" cy="419100"/>
          </a:xfrm>
          <a:custGeom>
            <a:pathLst>
              <a:path w="1371600" h="419100">
                <a:moveTo>
                  <a:pt x="571500" y="419100"/>
                </a:moveTo>
                <a:lnTo>
                  <a:pt x="695325" y="419100"/>
                </a:lnTo>
                <a:lnTo>
                  <a:pt x="1114425" y="0"/>
                </a:lnTo>
                <a:lnTo>
                  <a:pt x="9906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73" name="静态批处理-名额2-空闲-9-斜纹6">
            <a:extLst>
              <a:ext uri="{FF2B5EF4-FFF2-40B4-BE49-F238E27FC236}">
                <ns2:creationId id="{673D3216-6360-4F09-BFA0-2CEB99FFD657}"/>
              </a:ext>
            </a:extLst>
          </p:cNvPr>
          <p:cNvSpPr>
            <a:spLocks noGrp="1"/>
          </p:cNvSpPr>
          <p:nvPr/>
        </p:nvSpPr>
        <p:spPr>
          <a:xfrm>
            <a:off x="12858750" y="1571625"/>
            <a:ext cx="1371600" cy="419100"/>
          </a:xfrm>
          <a:custGeom>
            <a:pathLst>
              <a:path w="1371600" h="419100">
                <a:moveTo>
                  <a:pt x="819150" y="419100"/>
                </a:moveTo>
                <a:lnTo>
                  <a:pt x="942975" y="419100"/>
                </a:lnTo>
                <a:lnTo>
                  <a:pt x="1362075" y="0"/>
                </a:lnTo>
                <a:lnTo>
                  <a:pt x="12382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74" name="静态批处理-名额2-空闲-9-斜纹7">
            <a:extLst>
              <a:ext uri="{FF2B5EF4-FFF2-40B4-BE49-F238E27FC236}">
                <ns2:creationId id="{8D5E4975-C135-4F43-B637-ECD859C9648A}"/>
              </a:ext>
            </a:extLst>
          </p:cNvPr>
          <p:cNvSpPr>
            <a:spLocks noGrp="1"/>
          </p:cNvSpPr>
          <p:nvPr/>
        </p:nvSpPr>
        <p:spPr>
          <a:xfrm>
            <a:off x="12858750" y="1571625"/>
            <a:ext cx="1371600" cy="419100"/>
          </a:xfrm>
          <a:custGeom>
            <a:pathLst>
              <a:path w="1371600" h="419100">
                <a:moveTo>
                  <a:pt x="1066800" y="419100"/>
                </a:moveTo>
                <a:lnTo>
                  <a:pt x="1190625" y="419100"/>
                </a:lnTo>
                <a:lnTo>
                  <a:pt x="1371600" y="238125"/>
                </a:lnTo>
                <a:lnTo>
                  <a:pt x="1371600" y="11430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75" name="静态批处理-名额2-空闲-9-斜纹8">
            <a:extLst>
              <a:ext uri="{FF2B5EF4-FFF2-40B4-BE49-F238E27FC236}">
                <ns2:creationId id="{3DEE2B26-21DA-4B22-B306-210CF2C77D87}"/>
              </a:ext>
            </a:extLst>
          </p:cNvPr>
          <p:cNvSpPr>
            <a:spLocks noGrp="1"/>
          </p:cNvSpPr>
          <p:nvPr/>
        </p:nvSpPr>
        <p:spPr>
          <a:xfrm>
            <a:off x="12858750" y="1571625"/>
            <a:ext cx="1371600" cy="419100"/>
          </a:xfrm>
          <a:custGeom>
            <a:pathLst>
              <a:path w="1371600" h="419100">
                <a:moveTo>
                  <a:pt x="1314450" y="419100"/>
                </a:moveTo>
                <a:lnTo>
                  <a:pt x="1371600" y="419100"/>
                </a:lnTo>
                <a:lnTo>
                  <a:pt x="1371600" y="3619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76" name="静态批处理-名额3">
            <a:extLst>
              <a:ext uri="{FF2B5EF4-FFF2-40B4-BE49-F238E27FC236}">
                <ns2:creationId id="{409CA749-C226-4E23-A988-7C84E856F549}"/>
              </a:ext>
            </a:extLst>
          </p:cNvPr>
          <p:cNvSpPr>
            <a:spLocks noGrp="1"/>
          </p:cNvSpPr>
          <p:nvPr/>
        </p:nvSpPr>
        <p:spPr>
          <a:xfrm>
            <a:off x="285750" y="2124075"/>
            <a:ext cx="1000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名额 3</a:t>
            </a:r>
          </a:p>
        </p:txBody>
      </p:sp>
      <p:sp>
        <p:nvSpPr>
          <p:cNvPr id="77" name="静态批处理-名额3-C-1-背景">
            <a:extLst>
              <a:ext uri="{FF2B5EF4-FFF2-40B4-BE49-F238E27FC236}">
                <ns2:creationId id="{53B13AF1-9083-4EF8-9B10-99A76E62FE32}"/>
              </a:ext>
            </a:extLst>
          </p:cNvPr>
          <p:cNvSpPr>
            <a:spLocks noGrp="1"/>
          </p:cNvSpPr>
          <p:nvPr/>
        </p:nvSpPr>
        <p:spPr>
          <a:xfrm>
            <a:off x="1428750" y="2124075"/>
            <a:ext cx="8515350" cy="419100"/>
          </a:xfrm>
          <a:prstGeom prst="rect">
            <a:avLst/>
          </a:prstGeom>
          <a:solidFill>
            <a:srgbClr val="FBE3EF"/>
          </a:solidFill>
          <a:ln w="0">
            <a:noFill/>
          </a:ln>
        </p:spPr>
      </p:sp>
      <p:sp>
        <p:nvSpPr>
          <p:cNvPr id="78" name="静态批处理-名额3-C-1-色条">
            <a:extLst>
              <a:ext uri="{FF2B5EF4-FFF2-40B4-BE49-F238E27FC236}">
                <ns2:creationId id="{136E4280-3E30-42F9-9681-F375CFC44019}"/>
              </a:ext>
            </a:extLst>
          </p:cNvPr>
          <p:cNvSpPr>
            <a:spLocks noGrp="1"/>
          </p:cNvSpPr>
          <p:nvPr/>
        </p:nvSpPr>
        <p:spPr>
          <a:xfrm>
            <a:off x="1428750" y="2505075"/>
            <a:ext cx="8515350" cy="38100"/>
          </a:xfrm>
          <a:prstGeom prst="rect">
            <a:avLst/>
          </a:prstGeom>
          <a:solidFill>
            <a:srgbClr val="E96DB0"/>
          </a:solidFill>
          <a:ln w="0">
            <a:noFill/>
          </a:ln>
        </p:spPr>
      </p:sp>
      <p:sp>
        <p:nvSpPr>
          <p:cNvPr id="79" name="静态批处理-名额3-C-1-请求">
            <a:extLst>
              <a:ext uri="{FF2B5EF4-FFF2-40B4-BE49-F238E27FC236}">
                <ns2:creationId id="{84473CEC-C43B-48C2-B381-57DEFE417A22}"/>
              </a:ext>
            </a:extLst>
          </p:cNvPr>
          <p:cNvSpPr>
            <a:spLocks noGrp="1"/>
          </p:cNvSpPr>
          <p:nvPr/>
        </p:nvSpPr>
        <p:spPr>
          <a:xfrm>
            <a:off x="1476375" y="2114550"/>
            <a:ext cx="84201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80" name="静态批处理-名额3-F-7-背景">
            <a:extLst>
              <a:ext uri="{FF2B5EF4-FFF2-40B4-BE49-F238E27FC236}">
                <ns2:creationId id="{32B2EDFD-65B2-4E49-AF39-4DF067B38AE5}"/>
              </a:ext>
            </a:extLst>
          </p:cNvPr>
          <p:cNvSpPr>
            <a:spLocks noGrp="1"/>
          </p:cNvSpPr>
          <p:nvPr/>
        </p:nvSpPr>
        <p:spPr>
          <a:xfrm>
            <a:off x="10001250" y="2124075"/>
            <a:ext cx="1371600" cy="419100"/>
          </a:xfrm>
          <a:prstGeom prst="rect">
            <a:avLst/>
          </a:prstGeom>
          <a:solidFill>
            <a:srgbClr val="FBE7D5"/>
          </a:solidFill>
          <a:ln w="0">
            <a:noFill/>
          </a:ln>
        </p:spPr>
      </p:sp>
      <p:sp>
        <p:nvSpPr>
          <p:cNvPr id="81" name="静态批处理-名额3-F-7-色条">
            <a:extLst>
              <a:ext uri="{FF2B5EF4-FFF2-40B4-BE49-F238E27FC236}">
                <ns2:creationId id="{20C12DF9-7393-4BD6-9FF0-25010933A921}"/>
              </a:ext>
            </a:extLst>
          </p:cNvPr>
          <p:cNvSpPr>
            <a:spLocks noGrp="1"/>
          </p:cNvSpPr>
          <p:nvPr/>
        </p:nvSpPr>
        <p:spPr>
          <a:xfrm>
            <a:off x="10001250" y="2505075"/>
            <a:ext cx="1371600" cy="38100"/>
          </a:xfrm>
          <a:prstGeom prst="rect">
            <a:avLst/>
          </a:prstGeom>
          <a:solidFill>
            <a:srgbClr val="D98B4D"/>
          </a:solidFill>
          <a:ln w="0">
            <a:noFill/>
          </a:ln>
        </p:spPr>
      </p:sp>
      <p:sp>
        <p:nvSpPr>
          <p:cNvPr id="82" name="静态批处理-名额3-F-7-请求">
            <a:extLst>
              <a:ext uri="{FF2B5EF4-FFF2-40B4-BE49-F238E27FC236}">
                <ns2:creationId id="{30EBBB9D-E231-4A28-B0F8-4F25D73F322C}"/>
              </a:ext>
            </a:extLst>
          </p:cNvPr>
          <p:cNvSpPr>
            <a:spLocks noGrp="1"/>
          </p:cNvSpPr>
          <p:nvPr/>
        </p:nvSpPr>
        <p:spPr>
          <a:xfrm>
            <a:off x="10048875" y="2114550"/>
            <a:ext cx="1276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F</a:t>
            </a:r>
          </a:p>
        </p:txBody>
      </p:sp>
      <p:sp>
        <p:nvSpPr>
          <p:cNvPr id="83" name="静态批处理-名额3-空闲-8-斜纹1">
            <a:extLst>
              <a:ext uri="{FF2B5EF4-FFF2-40B4-BE49-F238E27FC236}">
                <ns2:creationId id="{3FBF548B-F7C1-4ACB-B7B1-800616F6AFE4}"/>
              </a:ext>
            </a:extLst>
          </p:cNvPr>
          <p:cNvSpPr>
            <a:spLocks noGrp="1"/>
          </p:cNvSpPr>
          <p:nvPr/>
        </p:nvSpPr>
        <p:spPr>
          <a:xfrm>
            <a:off x="11430000" y="2124075"/>
            <a:ext cx="2800350" cy="419100"/>
          </a:xfrm>
          <a:custGeom>
            <a:pathLst>
              <a:path w="2800350" h="419100">
                <a:moveTo>
                  <a:pt x="0" y="123825"/>
                </a:moveTo>
                <a:lnTo>
                  <a:pt x="12382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84" name="静态批处理-名额3-空闲-8-斜纹2">
            <a:extLst>
              <a:ext uri="{FF2B5EF4-FFF2-40B4-BE49-F238E27FC236}">
                <ns2:creationId id="{C2C092E1-DF7F-4FEA-8634-89492DC7C7FE}"/>
              </a:ext>
            </a:extLst>
          </p:cNvPr>
          <p:cNvSpPr>
            <a:spLocks noGrp="1"/>
          </p:cNvSpPr>
          <p:nvPr/>
        </p:nvSpPr>
        <p:spPr>
          <a:xfrm>
            <a:off x="11430000" y="2124075"/>
            <a:ext cx="2800350" cy="419100"/>
          </a:xfrm>
          <a:custGeom>
            <a:pathLst>
              <a:path w="2800350" h="419100">
                <a:moveTo>
                  <a:pt x="0" y="371475"/>
                </a:moveTo>
                <a:lnTo>
                  <a:pt x="371475" y="0"/>
                </a:lnTo>
                <a:lnTo>
                  <a:pt x="247650" y="0"/>
                </a:lnTo>
                <a:lnTo>
                  <a:pt x="0" y="2476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85" name="静态批处理-名额3-空闲-8-斜纹3">
            <a:extLst>
              <a:ext uri="{FF2B5EF4-FFF2-40B4-BE49-F238E27FC236}">
                <ns2:creationId id="{362ABFE6-7D50-465F-AF59-C99B2F6F9074}"/>
              </a:ext>
            </a:extLst>
          </p:cNvPr>
          <p:cNvSpPr>
            <a:spLocks noGrp="1"/>
          </p:cNvSpPr>
          <p:nvPr/>
        </p:nvSpPr>
        <p:spPr>
          <a:xfrm>
            <a:off x="11430000" y="2124075"/>
            <a:ext cx="2800350" cy="419100"/>
          </a:xfrm>
          <a:custGeom>
            <a:pathLst>
              <a:path w="2800350" h="419100">
                <a:moveTo>
                  <a:pt x="76200" y="419100"/>
                </a:moveTo>
                <a:lnTo>
                  <a:pt x="200025" y="419100"/>
                </a:lnTo>
                <a:lnTo>
                  <a:pt x="619125" y="0"/>
                </a:lnTo>
                <a:lnTo>
                  <a:pt x="4953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86" name="静态批处理-名额3-空闲-8-斜纹4">
            <a:extLst>
              <a:ext uri="{FF2B5EF4-FFF2-40B4-BE49-F238E27FC236}">
                <ns2:creationId id="{C16ED5B2-876A-4DC4-B8C6-1D22BE3F6BC7}"/>
              </a:ext>
            </a:extLst>
          </p:cNvPr>
          <p:cNvSpPr>
            <a:spLocks noGrp="1"/>
          </p:cNvSpPr>
          <p:nvPr/>
        </p:nvSpPr>
        <p:spPr>
          <a:xfrm>
            <a:off x="11430000" y="2124075"/>
            <a:ext cx="2800350" cy="419100"/>
          </a:xfrm>
          <a:custGeom>
            <a:pathLst>
              <a:path w="2800350" h="419100">
                <a:moveTo>
                  <a:pt x="323850" y="419100"/>
                </a:moveTo>
                <a:lnTo>
                  <a:pt x="447675" y="419100"/>
                </a:lnTo>
                <a:lnTo>
                  <a:pt x="866775" y="0"/>
                </a:lnTo>
                <a:lnTo>
                  <a:pt x="7429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87" name="静态批处理-名额3-空闲-8-斜纹5">
            <a:extLst>
              <a:ext uri="{FF2B5EF4-FFF2-40B4-BE49-F238E27FC236}">
                <ns2:creationId id="{A3B42B0E-54BD-4A63-915E-2311E038D375}"/>
              </a:ext>
            </a:extLst>
          </p:cNvPr>
          <p:cNvSpPr>
            <a:spLocks noGrp="1"/>
          </p:cNvSpPr>
          <p:nvPr/>
        </p:nvSpPr>
        <p:spPr>
          <a:xfrm>
            <a:off x="11430000" y="2124075"/>
            <a:ext cx="2800350" cy="419100"/>
          </a:xfrm>
          <a:custGeom>
            <a:pathLst>
              <a:path w="2800350" h="419100">
                <a:moveTo>
                  <a:pt x="571500" y="419100"/>
                </a:moveTo>
                <a:lnTo>
                  <a:pt x="695325" y="419100"/>
                </a:lnTo>
                <a:lnTo>
                  <a:pt x="1114425" y="0"/>
                </a:lnTo>
                <a:lnTo>
                  <a:pt x="9906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88" name="静态批处理-名额3-空闲-8-斜纹6">
            <a:extLst>
              <a:ext uri="{FF2B5EF4-FFF2-40B4-BE49-F238E27FC236}">
                <ns2:creationId id="{3769C21C-576C-4850-8E90-01C7B7AE3D24}"/>
              </a:ext>
            </a:extLst>
          </p:cNvPr>
          <p:cNvSpPr>
            <a:spLocks noGrp="1"/>
          </p:cNvSpPr>
          <p:nvPr/>
        </p:nvSpPr>
        <p:spPr>
          <a:xfrm>
            <a:off x="11430000" y="2124075"/>
            <a:ext cx="2800350" cy="419100"/>
          </a:xfrm>
          <a:custGeom>
            <a:pathLst>
              <a:path w="2800350" h="419100">
                <a:moveTo>
                  <a:pt x="819150" y="419100"/>
                </a:moveTo>
                <a:lnTo>
                  <a:pt x="942975" y="419100"/>
                </a:lnTo>
                <a:lnTo>
                  <a:pt x="1362075" y="0"/>
                </a:lnTo>
                <a:lnTo>
                  <a:pt x="12382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89" name="静态批处理-名额3-空闲-8-斜纹7">
            <a:extLst>
              <a:ext uri="{FF2B5EF4-FFF2-40B4-BE49-F238E27FC236}">
                <ns2:creationId id="{51ABEDBA-9004-403A-BC8D-30483217D234}"/>
              </a:ext>
            </a:extLst>
          </p:cNvPr>
          <p:cNvSpPr>
            <a:spLocks noGrp="1"/>
          </p:cNvSpPr>
          <p:nvPr/>
        </p:nvSpPr>
        <p:spPr>
          <a:xfrm>
            <a:off x="11430000" y="2124075"/>
            <a:ext cx="2800350" cy="419100"/>
          </a:xfrm>
          <a:custGeom>
            <a:pathLst>
              <a:path w="2800350" h="419100">
                <a:moveTo>
                  <a:pt x="1066800" y="419100"/>
                </a:moveTo>
                <a:lnTo>
                  <a:pt x="1190625" y="419100"/>
                </a:lnTo>
                <a:lnTo>
                  <a:pt x="1609725" y="0"/>
                </a:lnTo>
                <a:lnTo>
                  <a:pt x="14859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90" name="静态批处理-名额3-空闲-8-斜纹8">
            <a:extLst>
              <a:ext uri="{FF2B5EF4-FFF2-40B4-BE49-F238E27FC236}">
                <ns2:creationId id="{A6D8940C-9482-467E-AAF2-B21C9A39D9A9}"/>
              </a:ext>
            </a:extLst>
          </p:cNvPr>
          <p:cNvSpPr>
            <a:spLocks noGrp="1"/>
          </p:cNvSpPr>
          <p:nvPr/>
        </p:nvSpPr>
        <p:spPr>
          <a:xfrm>
            <a:off x="11430000" y="2124075"/>
            <a:ext cx="2800350" cy="419100"/>
          </a:xfrm>
          <a:custGeom>
            <a:pathLst>
              <a:path w="2800350" h="419100">
                <a:moveTo>
                  <a:pt x="1314450" y="419100"/>
                </a:moveTo>
                <a:lnTo>
                  <a:pt x="1438275" y="419100"/>
                </a:lnTo>
                <a:lnTo>
                  <a:pt x="1857375" y="0"/>
                </a:lnTo>
                <a:lnTo>
                  <a:pt x="17335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91" name="静态批处理-名额3-空闲-8-斜纹9">
            <a:extLst>
              <a:ext uri="{FF2B5EF4-FFF2-40B4-BE49-F238E27FC236}">
                <ns2:creationId id="{346E42CD-F0DD-4474-8148-C1E2467DA34B}"/>
              </a:ext>
            </a:extLst>
          </p:cNvPr>
          <p:cNvSpPr>
            <a:spLocks noGrp="1"/>
          </p:cNvSpPr>
          <p:nvPr/>
        </p:nvSpPr>
        <p:spPr>
          <a:xfrm>
            <a:off x="11430000" y="2124075"/>
            <a:ext cx="2800350" cy="419100"/>
          </a:xfrm>
          <a:custGeom>
            <a:pathLst>
              <a:path w="2800350" h="419100">
                <a:moveTo>
                  <a:pt x="1562100" y="419100"/>
                </a:moveTo>
                <a:lnTo>
                  <a:pt x="1685925" y="419100"/>
                </a:lnTo>
                <a:lnTo>
                  <a:pt x="2105025" y="0"/>
                </a:lnTo>
                <a:lnTo>
                  <a:pt x="19812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92" name="静态批处理-名额3-空闲-8-斜纹10">
            <a:extLst>
              <a:ext uri="{FF2B5EF4-FFF2-40B4-BE49-F238E27FC236}">
                <ns2:creationId id="{C08F2349-4F6C-415A-90CD-C0B0F70DA307}"/>
              </a:ext>
            </a:extLst>
          </p:cNvPr>
          <p:cNvSpPr>
            <a:spLocks noGrp="1"/>
          </p:cNvSpPr>
          <p:nvPr/>
        </p:nvSpPr>
        <p:spPr>
          <a:xfrm>
            <a:off x="11430000" y="2124075"/>
            <a:ext cx="2800350" cy="419100"/>
          </a:xfrm>
          <a:custGeom>
            <a:pathLst>
              <a:path w="2800350" h="419100">
                <a:moveTo>
                  <a:pt x="1809750" y="419100"/>
                </a:moveTo>
                <a:lnTo>
                  <a:pt x="1933575" y="419100"/>
                </a:lnTo>
                <a:lnTo>
                  <a:pt x="2352675" y="0"/>
                </a:lnTo>
                <a:lnTo>
                  <a:pt x="22288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93" name="静态批处理-名额3-空闲-8-斜纹11">
            <a:extLst>
              <a:ext uri="{FF2B5EF4-FFF2-40B4-BE49-F238E27FC236}">
                <ns2:creationId id="{03368EF5-3E97-4888-8EBE-779A6DCCA6DB}"/>
              </a:ext>
            </a:extLst>
          </p:cNvPr>
          <p:cNvSpPr>
            <a:spLocks noGrp="1"/>
          </p:cNvSpPr>
          <p:nvPr/>
        </p:nvSpPr>
        <p:spPr>
          <a:xfrm>
            <a:off x="11430000" y="2124075"/>
            <a:ext cx="2800350" cy="419100"/>
          </a:xfrm>
          <a:custGeom>
            <a:pathLst>
              <a:path w="2800350" h="419100">
                <a:moveTo>
                  <a:pt x="2057400" y="419100"/>
                </a:moveTo>
                <a:lnTo>
                  <a:pt x="2181225" y="419100"/>
                </a:lnTo>
                <a:lnTo>
                  <a:pt x="2600325" y="0"/>
                </a:lnTo>
                <a:lnTo>
                  <a:pt x="247650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94" name="静态批处理-名额3-空闲-8-斜纹12">
            <a:extLst>
              <a:ext uri="{FF2B5EF4-FFF2-40B4-BE49-F238E27FC236}">
                <ns2:creationId id="{E9222DD9-958D-4FE0-9468-4B865867830D}"/>
              </a:ext>
            </a:extLst>
          </p:cNvPr>
          <p:cNvSpPr>
            <a:spLocks noGrp="1"/>
          </p:cNvSpPr>
          <p:nvPr/>
        </p:nvSpPr>
        <p:spPr>
          <a:xfrm>
            <a:off x="11430000" y="2124075"/>
            <a:ext cx="2800350" cy="419100"/>
          </a:xfrm>
          <a:custGeom>
            <a:pathLst>
              <a:path w="2800350" h="419100">
                <a:moveTo>
                  <a:pt x="2305050" y="419100"/>
                </a:moveTo>
                <a:lnTo>
                  <a:pt x="2428875" y="419100"/>
                </a:lnTo>
                <a:lnTo>
                  <a:pt x="2800350" y="47625"/>
                </a:lnTo>
                <a:lnTo>
                  <a:pt x="2800350" y="0"/>
                </a:lnTo>
                <a:lnTo>
                  <a:pt x="272415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95" name="静态批处理-名额3-空闲-8-斜纹13">
            <a:extLst>
              <a:ext uri="{FF2B5EF4-FFF2-40B4-BE49-F238E27FC236}">
                <ns2:creationId id="{3E5B367F-D8B6-46FD-A31D-C9DD34F0540F}"/>
              </a:ext>
            </a:extLst>
          </p:cNvPr>
          <p:cNvSpPr>
            <a:spLocks noGrp="1"/>
          </p:cNvSpPr>
          <p:nvPr/>
        </p:nvSpPr>
        <p:spPr>
          <a:xfrm>
            <a:off x="11430000" y="2124075"/>
            <a:ext cx="2800350" cy="419100"/>
          </a:xfrm>
          <a:custGeom>
            <a:pathLst>
              <a:path w="2800350" h="419100">
                <a:moveTo>
                  <a:pt x="2552700" y="419100"/>
                </a:moveTo>
                <a:lnTo>
                  <a:pt x="2676525" y="419100"/>
                </a:lnTo>
                <a:lnTo>
                  <a:pt x="2800350" y="295275"/>
                </a:lnTo>
                <a:lnTo>
                  <a:pt x="2800350" y="17145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</p:sp>
      <p:sp>
        <p:nvSpPr>
          <p:cNvPr id="96" name="静态批处理-名额3-空闲-8-说明">
            <a:extLst>
              <a:ext uri="{FF2B5EF4-FFF2-40B4-BE49-F238E27FC236}">
                <ns2:creationId id="{7D33C955-1892-4DC4-8130-B3344658681B}"/>
              </a:ext>
            </a:extLst>
          </p:cNvPr>
          <p:cNvSpPr>
            <a:spLocks noGrp="1"/>
          </p:cNvSpPr>
          <p:nvPr/>
        </p:nvSpPr>
        <p:spPr>
          <a:xfrm>
            <a:off x="11506200" y="2124075"/>
            <a:ext cx="26479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名额未补用</a:t>
            </a:r>
          </a:p>
        </p:txBody>
      </p:sp>
      <p:sp>
        <p:nvSpPr>
          <p:cNvPr id="97" name="静态批处理-等待说明">
            <a:extLst>
              <a:ext uri="{FF2B5EF4-FFF2-40B4-BE49-F238E27FC236}">
                <ns2:creationId id="{78DA5577-0E76-4546-AD5E-DE18DA7E2151}"/>
              </a:ext>
            </a:extLst>
          </p:cNvPr>
          <p:cNvSpPr>
            <a:spLocks noGrp="1"/>
          </p:cNvSpPr>
          <p:nvPr/>
        </p:nvSpPr>
        <p:spPr>
          <a:xfrm>
            <a:off x="1428750" y="2628900"/>
            <a:ext cx="128016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 / E / F 等待整批结束，直到第 7 轮才进入</a:t>
            </a:r>
          </a:p>
        </p:txBody>
      </p:sp>
      <p:sp>
        <p:nvSpPr>
          <p:cNvPr id="98" name="连续批处理-标题">
            <a:extLst>
              <a:ext uri="{FF2B5EF4-FFF2-40B4-BE49-F238E27FC236}">
                <ns2:creationId id="{2416AC00-1E12-4BCF-992E-BAB5D0CE9A93}"/>
              </a:ext>
            </a:extLst>
          </p:cNvPr>
          <p:cNvSpPr>
            <a:spLocks noGrp="1"/>
          </p:cNvSpPr>
          <p:nvPr/>
        </p:nvSpPr>
        <p:spPr>
          <a:xfrm>
            <a:off x="285750" y="3171825"/>
            <a:ext cx="338137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Continuous batching</a:t>
            </a:r>
          </a:p>
        </p:txBody>
      </p:sp>
      <p:sp>
        <p:nvSpPr>
          <p:cNvPr id="99" name="连续批处理-说明">
            <a:extLst>
              <a:ext uri="{FF2B5EF4-FFF2-40B4-BE49-F238E27FC236}">
                <ns2:creationId id="{1E7F339A-B1EA-4664-96AE-31332E8E3B2D}"/>
              </a:ext>
            </a:extLst>
          </p:cNvPr>
          <p:cNvSpPr>
            <a:spLocks noGrp="1"/>
          </p:cNvSpPr>
          <p:nvPr/>
        </p:nvSpPr>
        <p:spPr>
          <a:xfrm>
            <a:off x="3714750" y="3190875"/>
            <a:ext cx="105156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每轮调整 batch，完成后可补入新请求</a:t>
            </a:r>
          </a:p>
        </p:txBody>
      </p:sp>
      <p:sp>
        <p:nvSpPr>
          <p:cNvPr id="100" name="连续批处理-轴名">
            <a:extLst>
              <a:ext uri="{FF2B5EF4-FFF2-40B4-BE49-F238E27FC236}">
                <ns2:creationId id="{0892157C-DE44-4489-B0A2-5AC82DBDDB9D}"/>
              </a:ext>
            </a:extLst>
          </p:cNvPr>
          <p:cNvSpPr>
            <a:spLocks noGrp="1"/>
          </p:cNvSpPr>
          <p:nvPr/>
        </p:nvSpPr>
        <p:spPr>
          <a:xfrm>
            <a:off x="285750" y="3676650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轮次</a:t>
            </a:r>
          </a:p>
        </p:txBody>
      </p:sp>
      <p:sp>
        <p:nvSpPr>
          <p:cNvPr id="101" name="连续批处理-轮次1">
            <a:extLst>
              <a:ext uri="{FF2B5EF4-FFF2-40B4-BE49-F238E27FC236}">
                <ns2:creationId id="{6908D68A-2796-461A-9B24-544C7C5A1726}"/>
              </a:ext>
            </a:extLst>
          </p:cNvPr>
          <p:cNvSpPr>
            <a:spLocks noGrp="1"/>
          </p:cNvSpPr>
          <p:nvPr/>
        </p:nvSpPr>
        <p:spPr>
          <a:xfrm>
            <a:off x="1428750" y="367665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2" name="连续批处理-轮次2">
            <a:extLst>
              <a:ext uri="{FF2B5EF4-FFF2-40B4-BE49-F238E27FC236}">
                <ns2:creationId id="{D0656CF4-EB49-454A-9DFD-B2BDDD2CF419}"/>
              </a:ext>
            </a:extLst>
          </p:cNvPr>
          <p:cNvSpPr>
            <a:spLocks noGrp="1"/>
          </p:cNvSpPr>
          <p:nvPr/>
        </p:nvSpPr>
        <p:spPr>
          <a:xfrm>
            <a:off x="2857500" y="367665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3" name="连续批处理-轮次3">
            <a:extLst>
              <a:ext uri="{FF2B5EF4-FFF2-40B4-BE49-F238E27FC236}">
                <ns2:creationId id="{B3C51067-86A8-407A-B999-71195D67C730}"/>
              </a:ext>
            </a:extLst>
          </p:cNvPr>
          <p:cNvSpPr>
            <a:spLocks noGrp="1"/>
          </p:cNvSpPr>
          <p:nvPr/>
        </p:nvSpPr>
        <p:spPr>
          <a:xfrm>
            <a:off x="4286250" y="367665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4" name="连续批处理-轮次4">
            <a:extLst>
              <a:ext uri="{FF2B5EF4-FFF2-40B4-BE49-F238E27FC236}">
                <ns2:creationId id="{A386B4D5-45B3-459C-9D15-2163676E8F50}"/>
              </a:ext>
            </a:extLst>
          </p:cNvPr>
          <p:cNvSpPr>
            <a:spLocks noGrp="1"/>
          </p:cNvSpPr>
          <p:nvPr/>
        </p:nvSpPr>
        <p:spPr>
          <a:xfrm>
            <a:off x="5715000" y="367665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5" name="连续批处理-轮次5">
            <a:extLst>
              <a:ext uri="{FF2B5EF4-FFF2-40B4-BE49-F238E27FC236}">
                <ns2:creationId id="{6997A2DC-4760-43DA-B170-386B5D95ECE2}"/>
              </a:ext>
            </a:extLst>
          </p:cNvPr>
          <p:cNvSpPr>
            <a:spLocks noGrp="1"/>
          </p:cNvSpPr>
          <p:nvPr/>
        </p:nvSpPr>
        <p:spPr>
          <a:xfrm>
            <a:off x="7143750" y="367665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06" name="连续批处理-轮次6">
            <a:extLst>
              <a:ext uri="{FF2B5EF4-FFF2-40B4-BE49-F238E27FC236}">
                <ns2:creationId id="{8ACA086E-39B2-4B67-8BF2-8FC8D2B724F1}"/>
              </a:ext>
            </a:extLst>
          </p:cNvPr>
          <p:cNvSpPr>
            <a:spLocks noGrp="1"/>
          </p:cNvSpPr>
          <p:nvPr/>
        </p:nvSpPr>
        <p:spPr>
          <a:xfrm>
            <a:off x="8572500" y="367665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07" name="连续批处理-轮次7">
            <a:extLst>
              <a:ext uri="{FF2B5EF4-FFF2-40B4-BE49-F238E27FC236}">
                <ns2:creationId id="{AF2C417F-2422-4A51-AB7C-42E58B55509B}"/>
              </a:ext>
            </a:extLst>
          </p:cNvPr>
          <p:cNvSpPr>
            <a:spLocks noGrp="1"/>
          </p:cNvSpPr>
          <p:nvPr/>
        </p:nvSpPr>
        <p:spPr>
          <a:xfrm>
            <a:off x="10001250" y="367665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08" name="连续批处理-轮次8">
            <a:extLst>
              <a:ext uri="{FF2B5EF4-FFF2-40B4-BE49-F238E27FC236}">
                <ns2:creationId id="{A91851B3-1DE3-4C5D-8E8C-2DB0F0BEBB3C}"/>
              </a:ext>
            </a:extLst>
          </p:cNvPr>
          <p:cNvSpPr>
            <a:spLocks noGrp="1"/>
          </p:cNvSpPr>
          <p:nvPr/>
        </p:nvSpPr>
        <p:spPr>
          <a:xfrm>
            <a:off x="11430000" y="367665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09" name="连续批处理-轮次9">
            <a:extLst>
              <a:ext uri="{FF2B5EF4-FFF2-40B4-BE49-F238E27FC236}">
                <ns2:creationId id="{A05587ED-038F-43BE-82F4-E13F02E688EE}"/>
              </a:ext>
            </a:extLst>
          </p:cNvPr>
          <p:cNvSpPr>
            <a:spLocks noGrp="1"/>
          </p:cNvSpPr>
          <p:nvPr/>
        </p:nvSpPr>
        <p:spPr>
          <a:xfrm>
            <a:off x="12858750" y="367665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10" name="连续批处理-名额1">
            <a:extLst>
              <a:ext uri="{FF2B5EF4-FFF2-40B4-BE49-F238E27FC236}">
                <ns2:creationId id="{56B87AE9-04F0-4C31-B1BB-835324ABA920}"/>
              </a:ext>
            </a:extLst>
          </p:cNvPr>
          <p:cNvSpPr>
            <a:spLocks noGrp="1"/>
          </p:cNvSpPr>
          <p:nvPr/>
        </p:nvSpPr>
        <p:spPr>
          <a:xfrm>
            <a:off x="285750" y="4076700"/>
            <a:ext cx="1000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名额 1</a:t>
            </a:r>
          </a:p>
        </p:txBody>
      </p:sp>
      <p:sp>
        <p:nvSpPr>
          <p:cNvPr id="111" name="连续批处理-名额1-A-1-背景">
            <a:extLst>
              <a:ext uri="{FF2B5EF4-FFF2-40B4-BE49-F238E27FC236}">
                <ns2:creationId id="{A04BF23F-1867-4B9B-BDD9-4F5DF81696E9}"/>
              </a:ext>
            </a:extLst>
          </p:cNvPr>
          <p:cNvSpPr>
            <a:spLocks noGrp="1"/>
          </p:cNvSpPr>
          <p:nvPr/>
        </p:nvSpPr>
        <p:spPr>
          <a:xfrm>
            <a:off x="1428750" y="4076700"/>
            <a:ext cx="2800350" cy="419100"/>
          </a:xfrm>
          <a:prstGeom prst="rect">
            <a:avLst/>
          </a:prstGeom>
          <a:solidFill>
            <a:srgbClr val="D5E1F5"/>
          </a:solidFill>
          <a:ln w="0">
            <a:noFill/>
          </a:ln>
        </p:spPr>
      </p:sp>
      <p:sp>
        <p:nvSpPr>
          <p:cNvPr id="112" name="连续批处理-名额1-A-1-色条">
            <a:extLst>
              <a:ext uri="{FF2B5EF4-FFF2-40B4-BE49-F238E27FC236}">
                <ns2:creationId id="{7812B6E3-6B5F-4582-AD5B-C8C28C99CA8C}"/>
              </a:ext>
            </a:extLst>
          </p:cNvPr>
          <p:cNvSpPr>
            <a:spLocks noGrp="1"/>
          </p:cNvSpPr>
          <p:nvPr/>
        </p:nvSpPr>
        <p:spPr>
          <a:xfrm>
            <a:off x="1428750" y="4457700"/>
            <a:ext cx="2800350" cy="38100"/>
          </a:xfrm>
          <a:prstGeom prst="rect">
            <a:avLst/>
          </a:prstGeom>
          <a:solidFill>
            <a:srgbClr val="2D65C5"/>
          </a:solidFill>
          <a:ln w="0">
            <a:noFill/>
          </a:ln>
        </p:spPr>
      </p:sp>
      <p:sp>
        <p:nvSpPr>
          <p:cNvPr id="113" name="连续批处理-名额1-A-1-请求">
            <a:extLst>
              <a:ext uri="{FF2B5EF4-FFF2-40B4-BE49-F238E27FC236}">
                <ns2:creationId id="{6A83AEF5-2F70-4732-846A-4CE0D06E1003}"/>
              </a:ext>
            </a:extLst>
          </p:cNvPr>
          <p:cNvSpPr>
            <a:spLocks noGrp="1"/>
          </p:cNvSpPr>
          <p:nvPr/>
        </p:nvSpPr>
        <p:spPr>
          <a:xfrm>
            <a:off x="1476375" y="4067175"/>
            <a:ext cx="27051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14" name="连续批处理-名额1-D-3-背景">
            <a:extLst>
              <a:ext uri="{FF2B5EF4-FFF2-40B4-BE49-F238E27FC236}">
                <ns2:creationId id="{409093DE-577A-44DF-8793-62722CFA4BD1}"/>
              </a:ext>
            </a:extLst>
          </p:cNvPr>
          <p:cNvSpPr>
            <a:spLocks noGrp="1"/>
          </p:cNvSpPr>
          <p:nvPr/>
        </p:nvSpPr>
        <p:spPr>
          <a:xfrm>
            <a:off x="4286250" y="4076700"/>
            <a:ext cx="4229100" cy="419100"/>
          </a:xfrm>
          <a:prstGeom prst="rect">
            <a:avLst/>
          </a:prstGeom>
          <a:solidFill>
            <a:srgbClr val="DCF0E5"/>
          </a:solidFill>
          <a:ln w="0">
            <a:noFill/>
          </a:ln>
        </p:spPr>
      </p:sp>
      <p:sp>
        <p:nvSpPr>
          <p:cNvPr id="115" name="连续批处理-名额1-D-3-色条">
            <a:extLst>
              <a:ext uri="{FF2B5EF4-FFF2-40B4-BE49-F238E27FC236}">
                <ns2:creationId id="{BD866E4C-0F01-4A9E-A12F-8B1AFF2CF2D7}"/>
              </a:ext>
            </a:extLst>
          </p:cNvPr>
          <p:cNvSpPr>
            <a:spLocks noGrp="1"/>
          </p:cNvSpPr>
          <p:nvPr/>
        </p:nvSpPr>
        <p:spPr>
          <a:xfrm>
            <a:off x="4286250" y="4457700"/>
            <a:ext cx="4229100" cy="38100"/>
          </a:xfrm>
          <a:prstGeom prst="rect">
            <a:avLst/>
          </a:prstGeom>
          <a:solidFill>
            <a:srgbClr val="4D9B70"/>
          </a:solidFill>
          <a:ln w="0">
            <a:noFill/>
          </a:ln>
        </p:spPr>
      </p:sp>
      <p:sp>
        <p:nvSpPr>
          <p:cNvPr id="116" name="连续批处理-名额1-D-3-请求">
            <a:extLst>
              <a:ext uri="{FF2B5EF4-FFF2-40B4-BE49-F238E27FC236}">
                <ns2:creationId id="{E6F940C4-AB1E-40E2-AF26-BF7991D66114}"/>
              </a:ext>
            </a:extLst>
          </p:cNvPr>
          <p:cNvSpPr>
            <a:spLocks noGrp="1"/>
          </p:cNvSpPr>
          <p:nvPr/>
        </p:nvSpPr>
        <p:spPr>
          <a:xfrm>
            <a:off x="4333875" y="4067175"/>
            <a:ext cx="41338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117" name="连续批处理-名额1-F-6-背景">
            <a:extLst>
              <a:ext uri="{FF2B5EF4-FFF2-40B4-BE49-F238E27FC236}">
                <ns2:creationId id="{AB985416-1AD7-41C4-96B8-0CE4C6283C73}"/>
              </a:ext>
            </a:extLst>
          </p:cNvPr>
          <p:cNvSpPr>
            <a:spLocks noGrp="1"/>
          </p:cNvSpPr>
          <p:nvPr/>
        </p:nvSpPr>
        <p:spPr>
          <a:xfrm>
            <a:off x="8572500" y="4076700"/>
            <a:ext cx="1371600" cy="419100"/>
          </a:xfrm>
          <a:prstGeom prst="rect">
            <a:avLst/>
          </a:prstGeom>
          <a:solidFill>
            <a:srgbClr val="FBE7D5"/>
          </a:solidFill>
          <a:ln w="0">
            <a:noFill/>
          </a:ln>
        </p:spPr>
      </p:sp>
      <p:sp>
        <p:nvSpPr>
          <p:cNvPr id="118" name="连续批处理-名额1-F-6-色条">
            <a:extLst>
              <a:ext uri="{FF2B5EF4-FFF2-40B4-BE49-F238E27FC236}">
                <ns2:creationId id="{D3BAB8B3-F02C-4E88-8A9F-F193986A14A8}"/>
              </a:ext>
            </a:extLst>
          </p:cNvPr>
          <p:cNvSpPr>
            <a:spLocks noGrp="1"/>
          </p:cNvSpPr>
          <p:nvPr/>
        </p:nvSpPr>
        <p:spPr>
          <a:xfrm>
            <a:off x="8572500" y="4457700"/>
            <a:ext cx="1371600" cy="38100"/>
          </a:xfrm>
          <a:prstGeom prst="rect">
            <a:avLst/>
          </a:prstGeom>
          <a:solidFill>
            <a:srgbClr val="D98B4D"/>
          </a:solidFill>
          <a:ln w="0">
            <a:noFill/>
          </a:ln>
        </p:spPr>
      </p:sp>
      <p:sp>
        <p:nvSpPr>
          <p:cNvPr id="119" name="连续批处理-名额1-F-6-请求">
            <a:extLst>
              <a:ext uri="{FF2B5EF4-FFF2-40B4-BE49-F238E27FC236}">
                <ns2:creationId id="{3FD9EFDC-5690-4531-9B9E-6D61DB40B3CB}"/>
              </a:ext>
            </a:extLst>
          </p:cNvPr>
          <p:cNvSpPr>
            <a:spLocks noGrp="1"/>
          </p:cNvSpPr>
          <p:nvPr/>
        </p:nvSpPr>
        <p:spPr>
          <a:xfrm>
            <a:off x="8620125" y="4067175"/>
            <a:ext cx="1276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F</a:t>
            </a:r>
          </a:p>
        </p:txBody>
      </p:sp>
      <p:sp>
        <p:nvSpPr>
          <p:cNvPr id="120" name="连续批处理-名额2">
            <a:extLst>
              <a:ext uri="{FF2B5EF4-FFF2-40B4-BE49-F238E27FC236}">
                <ns2:creationId id="{0B30E03E-80EF-4151-9E9F-7E0D0184FC10}"/>
              </a:ext>
            </a:extLst>
          </p:cNvPr>
          <p:cNvSpPr>
            <a:spLocks noGrp="1"/>
          </p:cNvSpPr>
          <p:nvPr/>
        </p:nvSpPr>
        <p:spPr>
          <a:xfrm>
            <a:off x="285750" y="4629150"/>
            <a:ext cx="1000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名额 2</a:t>
            </a:r>
          </a:p>
        </p:txBody>
      </p:sp>
      <p:sp>
        <p:nvSpPr>
          <p:cNvPr id="121" name="连续批处理-名额2-B-1-背景">
            <a:extLst>
              <a:ext uri="{FF2B5EF4-FFF2-40B4-BE49-F238E27FC236}">
                <ns2:creationId id="{36CFE902-5A76-4748-9A57-1AE8C6DD6EDA}"/>
              </a:ext>
            </a:extLst>
          </p:cNvPr>
          <p:cNvSpPr>
            <a:spLocks noGrp="1"/>
          </p:cNvSpPr>
          <p:nvPr/>
        </p:nvSpPr>
        <p:spPr>
          <a:xfrm>
            <a:off x="1428750" y="4629150"/>
            <a:ext cx="5657850" cy="419100"/>
          </a:xfrm>
          <a:prstGeom prst="rect">
            <a:avLst/>
          </a:prstGeom>
          <a:solidFill>
            <a:srgbClr val="FCF4DA"/>
          </a:solidFill>
          <a:ln w="0">
            <a:noFill/>
          </a:ln>
        </p:spPr>
      </p:sp>
      <p:sp>
        <p:nvSpPr>
          <p:cNvPr id="122" name="连续批处理-名额2-B-1-色条">
            <a:extLst>
              <a:ext uri="{FF2B5EF4-FFF2-40B4-BE49-F238E27FC236}">
                <ns2:creationId id="{300087D0-2787-4713-96F2-9AC480E07B75}"/>
              </a:ext>
            </a:extLst>
          </p:cNvPr>
          <p:cNvSpPr>
            <a:spLocks noGrp="1"/>
          </p:cNvSpPr>
          <p:nvPr/>
        </p:nvSpPr>
        <p:spPr>
          <a:xfrm>
            <a:off x="1428750" y="5010150"/>
            <a:ext cx="5657850" cy="38100"/>
          </a:xfrm>
          <a:prstGeom prst="rect">
            <a:avLst/>
          </a:prstGeom>
          <a:solidFill>
            <a:srgbClr val="F7CA3E"/>
          </a:solidFill>
          <a:ln w="0">
            <a:noFill/>
          </a:ln>
        </p:spPr>
      </p:sp>
      <p:sp>
        <p:nvSpPr>
          <p:cNvPr id="123" name="连续批处理-名额2-B-1-请求">
            <a:extLst>
              <a:ext uri="{FF2B5EF4-FFF2-40B4-BE49-F238E27FC236}">
                <ns2:creationId id="{89942356-ABA3-4F20-B063-0ACFB3A50EE7}"/>
              </a:ext>
            </a:extLst>
          </p:cNvPr>
          <p:cNvSpPr>
            <a:spLocks noGrp="1"/>
          </p:cNvSpPr>
          <p:nvPr/>
        </p:nvSpPr>
        <p:spPr>
          <a:xfrm>
            <a:off x="1476375" y="4619625"/>
            <a:ext cx="55626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24" name="连续批处理-名额2-E-5-背景">
            <a:extLst>
              <a:ext uri="{FF2B5EF4-FFF2-40B4-BE49-F238E27FC236}">
                <ns2:creationId id="{DC17BC4E-FC41-4A9E-A2A9-ED0357847A04}"/>
              </a:ext>
            </a:extLst>
          </p:cNvPr>
          <p:cNvSpPr>
            <a:spLocks noGrp="1"/>
          </p:cNvSpPr>
          <p:nvPr/>
        </p:nvSpPr>
        <p:spPr>
          <a:xfrm>
            <a:off x="7143750" y="4629150"/>
            <a:ext cx="2800350" cy="419100"/>
          </a:xfrm>
          <a:prstGeom prst="rect">
            <a:avLst/>
          </a:prstGeom>
          <a:solidFill>
            <a:srgbClr val="EAE0F7"/>
          </a:solidFill>
          <a:ln w="0">
            <a:noFill/>
          </a:ln>
        </p:spPr>
      </p:sp>
      <p:sp>
        <p:nvSpPr>
          <p:cNvPr id="125" name="连续批处理-名额2-E-5-色条">
            <a:extLst>
              <a:ext uri="{FF2B5EF4-FFF2-40B4-BE49-F238E27FC236}">
                <ns2:creationId id="{E2CAA274-E8D5-4E15-9DF5-49EBEEC95B76}"/>
              </a:ext>
            </a:extLst>
          </p:cNvPr>
          <p:cNvSpPr>
            <a:spLocks noGrp="1"/>
          </p:cNvSpPr>
          <p:nvPr/>
        </p:nvSpPr>
        <p:spPr>
          <a:xfrm>
            <a:off x="7143750" y="5010150"/>
            <a:ext cx="2800350" cy="38100"/>
          </a:xfrm>
          <a:prstGeom prst="rect">
            <a:avLst/>
          </a:prstGeom>
          <a:solidFill>
            <a:srgbClr val="8B65BB"/>
          </a:solidFill>
          <a:ln w="0">
            <a:noFill/>
          </a:ln>
        </p:spPr>
      </p:sp>
      <p:sp>
        <p:nvSpPr>
          <p:cNvPr id="126" name="连续批处理-名额2-E-5-请求">
            <a:extLst>
              <a:ext uri="{FF2B5EF4-FFF2-40B4-BE49-F238E27FC236}">
                <ns2:creationId id="{50971614-CDD6-4F39-B23D-23A51545A73A}"/>
              </a:ext>
            </a:extLst>
          </p:cNvPr>
          <p:cNvSpPr>
            <a:spLocks noGrp="1"/>
          </p:cNvSpPr>
          <p:nvPr/>
        </p:nvSpPr>
        <p:spPr>
          <a:xfrm>
            <a:off x="7191375" y="4619625"/>
            <a:ext cx="27051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127" name="连续批处理-名额3">
            <a:extLst>
              <a:ext uri="{FF2B5EF4-FFF2-40B4-BE49-F238E27FC236}">
                <ns2:creationId id="{92161AB0-8132-4189-A901-D001069897E1}"/>
              </a:ext>
            </a:extLst>
          </p:cNvPr>
          <p:cNvSpPr>
            <a:spLocks noGrp="1"/>
          </p:cNvSpPr>
          <p:nvPr/>
        </p:nvSpPr>
        <p:spPr>
          <a:xfrm>
            <a:off x="285750" y="5181600"/>
            <a:ext cx="1000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名额 3</a:t>
            </a:r>
          </a:p>
        </p:txBody>
      </p:sp>
      <p:sp>
        <p:nvSpPr>
          <p:cNvPr id="128" name="连续批处理-名额3-C-1-背景">
            <a:extLst>
              <a:ext uri="{FF2B5EF4-FFF2-40B4-BE49-F238E27FC236}">
                <ns2:creationId id="{A6E5E8C9-8FC0-4766-9B88-4856F6C615D7}"/>
              </a:ext>
            </a:extLst>
          </p:cNvPr>
          <p:cNvSpPr>
            <a:spLocks noGrp="1"/>
          </p:cNvSpPr>
          <p:nvPr/>
        </p:nvSpPr>
        <p:spPr>
          <a:xfrm>
            <a:off x="1428750" y="5181600"/>
            <a:ext cx="8515350" cy="419100"/>
          </a:xfrm>
          <a:prstGeom prst="rect">
            <a:avLst/>
          </a:prstGeom>
          <a:solidFill>
            <a:srgbClr val="FBE3EF"/>
          </a:solidFill>
          <a:ln w="0">
            <a:noFill/>
          </a:ln>
        </p:spPr>
      </p:sp>
      <p:sp>
        <p:nvSpPr>
          <p:cNvPr id="129" name="连续批处理-名额3-C-1-色条">
            <a:extLst>
              <a:ext uri="{FF2B5EF4-FFF2-40B4-BE49-F238E27FC236}">
                <ns2:creationId id="{227A7A35-D69C-450D-85D9-EBD9541CEE0B}"/>
              </a:ext>
            </a:extLst>
          </p:cNvPr>
          <p:cNvSpPr>
            <a:spLocks noGrp="1"/>
          </p:cNvSpPr>
          <p:nvPr/>
        </p:nvSpPr>
        <p:spPr>
          <a:xfrm>
            <a:off x="1428750" y="5562600"/>
            <a:ext cx="8515350" cy="38100"/>
          </a:xfrm>
          <a:prstGeom prst="rect">
            <a:avLst/>
          </a:prstGeom>
          <a:solidFill>
            <a:srgbClr val="E96DB0"/>
          </a:solidFill>
          <a:ln w="0">
            <a:noFill/>
          </a:ln>
        </p:spPr>
      </p:sp>
      <p:sp>
        <p:nvSpPr>
          <p:cNvPr id="130" name="连续批处理-名额3-C-1-请求">
            <a:extLst>
              <a:ext uri="{FF2B5EF4-FFF2-40B4-BE49-F238E27FC236}">
                <ns2:creationId id="{A37A0F06-67A3-4A4B-B7A8-1CB60C4D9539}"/>
              </a:ext>
            </a:extLst>
          </p:cNvPr>
          <p:cNvSpPr>
            <a:spLocks noGrp="1"/>
          </p:cNvSpPr>
          <p:nvPr/>
        </p:nvSpPr>
        <p:spPr>
          <a:xfrm>
            <a:off x="1476375" y="5172075"/>
            <a:ext cx="84201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31" name="连续批处理-全部完成">
            <a:extLst>
              <a:ext uri="{FF2B5EF4-FFF2-40B4-BE49-F238E27FC236}">
                <ns2:creationId id="{131F292E-8918-4276-8184-0E1CF6BED868}"/>
              </a:ext>
            </a:extLst>
          </p:cNvPr>
          <p:cNvSpPr>
            <a:spLocks noGrp="1"/>
          </p:cNvSpPr>
          <p:nvPr/>
        </p:nvSpPr>
        <p:spPr>
          <a:xfrm>
            <a:off x="10001250" y="4552950"/>
            <a:ext cx="42291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第 6 轮全部完成</a:t>
            </a:r>
          </a:p>
        </p:txBody>
      </p:sp>
      <p:sp>
        <p:nvSpPr>
          <p:cNvPr id="132" name="连续批处理-补位说明">
            <a:extLst>
              <a:ext uri="{FF2B5EF4-FFF2-40B4-BE49-F238E27FC236}">
                <ns2:creationId id="{AD01B08F-7FDC-44F5-8CFD-7C3040AFDE4E}"/>
              </a:ext>
            </a:extLst>
          </p:cNvPr>
          <p:cNvSpPr>
            <a:spLocks noGrp="1"/>
          </p:cNvSpPr>
          <p:nvPr/>
        </p:nvSpPr>
        <p:spPr>
          <a:xfrm>
            <a:off x="1428750" y="5695950"/>
            <a:ext cx="128016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 接替 A（第 3 轮）      E 接替 B（第 5 轮）      F 接替 D（第 6 轮）</a:t>
            </a:r>
          </a:p>
        </p:txBody>
      </p:sp>
      <p:sp>
        <p:nvSpPr>
          <p:cNvPr id="133" name="图例-未补用-斜纹1">
            <a:extLst>
              <a:ext uri="{FF2B5EF4-FFF2-40B4-BE49-F238E27FC236}">
                <ns2:creationId id="{A3B22A3F-2022-4396-AD02-886CF91A20B7}"/>
              </a:ext>
            </a:extLst>
          </p:cNvPr>
          <p:cNvSpPr>
            <a:spLocks noGrp="1"/>
          </p:cNvSpPr>
          <p:nvPr/>
        </p:nvSpPr>
        <p:spPr>
          <a:xfrm>
            <a:off x="285750" y="6276975"/>
            <a:ext cx="228600" cy="152400"/>
          </a:xfrm>
          <a:custGeom>
            <a:pathLst>
              <a:path w="228600" h="152400">
                <a:moveTo>
                  <a:pt x="0" y="42863"/>
                </a:moveTo>
                <a:lnTo>
                  <a:pt x="42863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</p:sp>
      <p:sp>
        <p:nvSpPr>
          <p:cNvPr id="134" name="图例-未补用-斜纹2">
            <a:extLst>
              <a:ext uri="{FF2B5EF4-FFF2-40B4-BE49-F238E27FC236}">
                <ns2:creationId id="{415F5920-99DE-4A33-8161-6CD4DD23C95B}"/>
              </a:ext>
            </a:extLst>
          </p:cNvPr>
          <p:cNvSpPr>
            <a:spLocks noGrp="1"/>
          </p:cNvSpPr>
          <p:nvPr/>
        </p:nvSpPr>
        <p:spPr>
          <a:xfrm>
            <a:off x="285750" y="6276975"/>
            <a:ext cx="228600" cy="152400"/>
          </a:xfrm>
          <a:custGeom>
            <a:pathLst>
              <a:path w="228600" h="152400">
                <a:moveTo>
                  <a:pt x="0" y="128588"/>
                </a:moveTo>
                <a:lnTo>
                  <a:pt x="128588" y="0"/>
                </a:lnTo>
                <a:lnTo>
                  <a:pt x="85725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</p:sp>
      <p:sp>
        <p:nvSpPr>
          <p:cNvPr id="135" name="图例-未补用-斜纹3">
            <a:extLst>
              <a:ext uri="{FF2B5EF4-FFF2-40B4-BE49-F238E27FC236}">
                <ns2:creationId id="{60085A96-5694-43B4-A229-1E7E7C842785}"/>
              </a:ext>
            </a:extLst>
          </p:cNvPr>
          <p:cNvSpPr>
            <a:spLocks noGrp="1"/>
          </p:cNvSpPr>
          <p:nvPr/>
        </p:nvSpPr>
        <p:spPr>
          <a:xfrm>
            <a:off x="285750" y="6276975"/>
            <a:ext cx="228600" cy="152400"/>
          </a:xfrm>
          <a:custGeom>
            <a:pathLst>
              <a:path w="228600" h="152400">
                <a:moveTo>
                  <a:pt x="19050" y="152400"/>
                </a:moveTo>
                <a:lnTo>
                  <a:pt x="61913" y="152400"/>
                </a:lnTo>
                <a:lnTo>
                  <a:pt x="214313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</p:sp>
      <p:sp>
        <p:nvSpPr>
          <p:cNvPr id="136" name="图例-未补用-斜纹4">
            <a:extLst>
              <a:ext uri="{FF2B5EF4-FFF2-40B4-BE49-F238E27FC236}">
                <ns2:creationId id="{151D699B-05AF-4E3F-9461-C2FC1B167A7D}"/>
              </a:ext>
            </a:extLst>
          </p:cNvPr>
          <p:cNvSpPr>
            <a:spLocks noGrp="1"/>
          </p:cNvSpPr>
          <p:nvPr/>
        </p:nvSpPr>
        <p:spPr>
          <a:xfrm>
            <a:off x="285750" y="6276975"/>
            <a:ext cx="228600" cy="152400"/>
          </a:xfrm>
          <a:custGeom>
            <a:pathLst>
              <a:path w="228600" h="152400">
                <a:moveTo>
                  <a:pt x="104775" y="152400"/>
                </a:moveTo>
                <a:lnTo>
                  <a:pt x="147638" y="152400"/>
                </a:lnTo>
                <a:lnTo>
                  <a:pt x="228600" y="71438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</p:sp>
      <p:sp>
        <p:nvSpPr>
          <p:cNvPr id="137" name="图例-未补用-斜纹5">
            <a:extLst>
              <a:ext uri="{FF2B5EF4-FFF2-40B4-BE49-F238E27FC236}">
                <ns2:creationId id="{3D439F2B-8B7F-401C-9CE8-31FF40240908}"/>
              </a:ext>
            </a:extLst>
          </p:cNvPr>
          <p:cNvSpPr>
            <a:spLocks noGrp="1"/>
          </p:cNvSpPr>
          <p:nvPr/>
        </p:nvSpPr>
        <p:spPr>
          <a:xfrm>
            <a:off x="285750" y="6276975"/>
            <a:ext cx="228600" cy="152400"/>
          </a:xfrm>
          <a:custGeom>
            <a:pathLst>
              <a:path w="228600" h="152400">
                <a:moveTo>
                  <a:pt x="190500" y="152400"/>
                </a:moveTo>
                <a:lnTo>
                  <a:pt x="228600" y="152400"/>
                </a:lnTo>
                <a:lnTo>
                  <a:pt x="228600" y="114300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</p:sp>
      <p:sp>
        <p:nvSpPr>
          <p:cNvPr id="138" name="图例-说明">
            <a:extLst>
              <a:ext uri="{FF2B5EF4-FFF2-40B4-BE49-F238E27FC236}">
                <ns2:creationId id="{325A5C68-2392-445E-9401-2BCB4B375B72}"/>
              </a:ext>
            </a:extLst>
          </p:cNvPr>
          <p:cNvSpPr>
            <a:spLocks noGrp="1"/>
          </p:cNvSpPr>
          <p:nvPr/>
        </p:nvSpPr>
        <p:spPr>
          <a:xfrm>
            <a:off x="628650" y="6162675"/>
            <a:ext cx="2876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斜纹：名额未补用</a:t>
            </a:r>
          </a:p>
        </p:txBody>
      </p:sp>
      <p:sp>
        <p:nvSpPr>
          <p:cNvPr id="139" name="示例条件">
            <a:extLst>
              <a:ext uri="{FF2B5EF4-FFF2-40B4-BE49-F238E27FC236}">
                <ns2:creationId id="{5EC6B15D-6CFD-40DA-85B9-C4EFE7314091}"/>
              </a:ext>
            </a:extLst>
          </p:cNvPr>
          <p:cNvSpPr>
            <a:spLocks noGrp="1"/>
          </p:cNvSpPr>
          <p:nvPr/>
        </p:nvSpPr>
        <p:spPr>
          <a:xfrm>
            <a:off x="3762375" y="6162675"/>
            <a:ext cx="105156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教学示意：最多并行 3 个请求，A–F 均已就绪</a:t>
            </a:r>
          </a:p>
        </p:txBody>
      </p:sp>
      <p:sp>
        <p:nvSpPr>
          <p:cNvPr id="140" name="示例范围">
            <a:extLst>
              <a:ext uri="{FF2B5EF4-FFF2-40B4-BE49-F238E27FC236}">
                <ns2:creationId id="{4DDA3307-595E-4915-AD9C-A2D171E087A0}"/>
              </a:ext>
            </a:extLst>
          </p:cNvPr>
          <p:cNvSpPr>
            <a:spLocks noGrp="1"/>
          </p:cNvSpPr>
          <p:nvPr/>
        </p:nvSpPr>
        <p:spPr>
          <a:xfrm>
            <a:off x="285750" y="6629400"/>
            <a:ext cx="14001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图中省略输入处理（prefill）。轮次用于说明调度过程，不代表实测耗时。</a:t>
            </a:r>
          </a:p>
        </p:txBody>
      </p:sp>
    </p:spTree>
    <p:extLst>
      <p:ext uri="{BB962C8B-B14F-4D97-AF65-F5344CB8AC3E}">
        <ns3:creationId val="1924035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2026-09-10T15:17:24.2370000Z</dcterms:created>
  <dcterms:modified xsi:type="dcterms:W3CDTF">2026-09-10T15:17:24.2370000Z</dcterms:modified>
</coreProperties>
</file>