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4e4bf0db264745" /><Relationship Type="http://schemas.openxmlformats.org/officeDocument/2006/relationships/extended-properties" Target="/docProps/app.xml" Id="Rf13fd959be5c4e4b" /><Relationship Type="http://schemas.openxmlformats.org/officeDocument/2006/relationships/officeDocument" Target="/ppt/presentation.xml" Id="Rf40dfddb02e14a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3c7d6351fb478e"/>
  </p:sldMasterIdLst>
  <p:notesMasterIdLst>
    <p:notesMasterId xmlns:r="http://schemas.openxmlformats.org/officeDocument/2006/relationships" r:id="Rb389b79c7e1c4bf9"/>
  </p:notesMasterIdLst>
  <p:sldIdLst>
    <p:sldId xmlns:r="http://schemas.openxmlformats.org/officeDocument/2006/relationships" id="256" r:id="Rdae8a049d9684efb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2a49bfcae004d41" /><Relationship Type="http://schemas.openxmlformats.org/officeDocument/2006/relationships/slideMaster" Target="/ppt/slideMasters/slideMaster1.xml" Id="R873c7d6351fb478e" /><Relationship Type="http://schemas.openxmlformats.org/officeDocument/2006/relationships/notesMaster" Target="/ppt/notesMasters/notesMaster1.xml" Id="Rb389b79c7e1c4bf9" /><Relationship Type="http://schemas.openxmlformats.org/officeDocument/2006/relationships/presProps" Target="/ppt/presProps.xml" Id="R05d0e55f94964067" /><Relationship Type="http://schemas.openxmlformats.org/officeDocument/2006/relationships/tableStyles" Target="/ppt/tableStyles.xml" Id="R62609a47f2e14505" /><Relationship Type="http://schemas.openxmlformats.org/officeDocument/2006/relationships/slide" Target="/ppt/slides/slide1.xml" Id="Rdae8a049d9684e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8e139ac8b194c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76149d39c44c56" /><Relationship Type="http://schemas.openxmlformats.org/officeDocument/2006/relationships/notesMaster" Target="/ppt/notesMasters/notesMaster1.xml" Id="Rb662534594dd43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比较对象为 Transformer Encoder–Decoder（原始 Transformer、T5）与纯文本 causal Decoder-only（GPT-3、LLaMA 一类），不是 RNN 与 Transformer。图为概念示意，省略 embedding、position encoding、残差、归一化、层堆叠、输出投影，以及左侧解码器的已生成 token 输入。Encoder 通常使用双向自注意力，Decoder 使用因果自注意力并通过交叉注意力读取编码器各位置输出。Decoder-only 不包含独立 Encoder，也没有 encoder-decoder cross attention，prompt 和生成结果作为单一序列，注意力只读取当前位置及更早位置。Encoder–Decoder 输入并非单个固定摘要，类比中的整理资料是每个位置的上下文化表示。Decoder-only 并不是不能理解，也不保证参数更少、推理更快或效果总更好。两者在标准自回归生成时都逐 token 输出；单模块为一套层堆叠而不是一层。</a:t>
            </a:r>
          </a:p>
          <a:p xmlns:a="http://schemas.openxmlformats.org/drawingml/2006/main">
            <a:r>
              <a:t>演进原因是综合解释而非单一实验证明的必然因果链：自回归预训练与大规模自然文本相契合；上下文学习使不同任务可通过提示词统一；同构 decoder 层便于统一工程实现。Encoder–Decoder 同样可以用未标注文本做自监督预训练，也可以统一多任务和规模化，不能说这些是 Decoder-only 独占能力。研究表明架构优劣取决于预训练目标与后续微调方式。</a:t>
            </a:r>
          </a:p>
          <a:p xmlns:a="http://schemas.openxmlformats.org/drawingml/2006/main">
            <a:r>
              <a:t>来源：Vaswani et al., 2017, https://arxiv.org/html/1706.03762v7；Raffel et al., T5, https://arxiv.org/abs/1910.10683；Brown et al., GPT-3, https://arxiv.org/abs/2005.14165；Wang et al., 2022, https://arxiv.org/abs/2204.05832；Touvron et al., LLaMA, https://arxiv.org/abs/2302.13971。结构图使用内置 ImageGen 生成。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32b7b34ee5406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83d60413984cf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1190aa19654bf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e0cdf26f9147a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1d44e6c07e4b3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b1702db8004a0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C69DF73-4472-4BF8-9A2C-0404708848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C4FBE53-E3AC-4CE2-A551-DFBC1B9BEBC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C385A2D-7B84-4C56-A08A-9CEDA806EA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0A5BACB-9906-4F63-BAD2-E85EE7428C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83A24EA-1113-4CA2-8FCA-3AB019AF39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CDB19AB-A17A-48D8-9A38-700DF44BDA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5100C91-61F9-45C8-A133-8D716B57B3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693550D-7DB3-418F-AB63-2D3D5C2FEB5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09DD95F-FC5C-4211-A095-FDDA12BC52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2FD4666-132B-4E86-B1BB-BC62351259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0003a4832e424b" /><Relationship Type="http://schemas.openxmlformats.org/officeDocument/2006/relationships/slideLayout" Target="/ppt/slideLayouts/slideLayout1.xml" Id="R747f8cbc088c4658" /><Relationship Type="http://schemas.openxmlformats.org/officeDocument/2006/relationships/slideLayout" Target="/ppt/slideLayouts/slideLayout2.xml" Id="Rad984c494a234faf" /><Relationship Type="http://schemas.openxmlformats.org/officeDocument/2006/relationships/slideLayout" Target="/ppt/slideLayouts/slideLayout3.xml" Id="R8d46a1a3d4394af9" /><Relationship Type="http://schemas.openxmlformats.org/officeDocument/2006/relationships/slideLayout" Target="/ppt/slideLayouts/slideLayout4.xml" Id="R53dfc19bf7434bbb" /><Relationship Type="http://schemas.openxmlformats.org/officeDocument/2006/relationships/slideLayout" Target="/ppt/slideLayouts/slideLayout5.xml" Id="Rc9d7027421fc4a0f" /><Relationship Type="http://schemas.openxmlformats.org/officeDocument/2006/relationships/slideLayout" Target="/ppt/slideLayouts/slideLayout6.xml" Id="Re34af23598164ec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7f8cbc088c4658"/>
    <p:sldLayoutId xmlns:r="http://schemas.openxmlformats.org/officeDocument/2006/relationships" id="2147483650" r:id="Rad984c494a234faf"/>
    <p:sldLayoutId xmlns:r="http://schemas.openxmlformats.org/officeDocument/2006/relationships" id="2147483651" r:id="R8d46a1a3d4394af9"/>
    <p:sldLayoutId xmlns:r="http://schemas.openxmlformats.org/officeDocument/2006/relationships" id="2147483652" r:id="R53dfc19bf7434bbb"/>
    <p:sldLayoutId xmlns:r="http://schemas.openxmlformats.org/officeDocument/2006/relationships" id="2147483653" r:id="Rc9d7027421fc4a0f"/>
    <p:sldLayoutId xmlns:r="http://schemas.openxmlformats.org/officeDocument/2006/relationships" id="2147483654" r:id="Re34af23598164e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d1aaef73594d09" /><Relationship Type="http://schemas.openxmlformats.org/officeDocument/2006/relationships/image" Target="/ppt/media/image.png" Id="R80c0da89914649f0" /><Relationship Type="http://schemas.openxmlformats.org/officeDocument/2006/relationships/notesSlide" Target="/ppt/notesSlides/notesSlide1.xml" Id="R0a050e5aadb346f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3053EB-1E76-42CF-8923-9C2B740F5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19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B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2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2B45"/>
                </a:solidFill>
                <a:latin typeface="Microsoft YaHei"/>
                <a:ea typeface="Microsoft YaHei"/>
                <a:cs typeface="Microsoft YaHei"/>
              </a:rPr>
              <a:t>Encoder–Decoder 与 Decoder-only：结构与演进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FEF72F-EB1B-477A-B968-A26334A7F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3954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5064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064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0647B"/>
                </a:solidFill>
                <a:latin typeface="Microsoft YaHei"/>
                <a:ea typeface="Microsoft YaHei"/>
                <a:cs typeface="Microsoft YaHei"/>
              </a:rPr>
              <a:t>理解与生成由两套网络分工，变为一套网络统一处理输入并续写输出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49944C-974E-4092-8E1F-F4C48E92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46C9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46C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6C9B"/>
                </a:solidFill>
                <a:latin typeface="Microsoft YaHei"/>
                <a:ea typeface="Microsoft YaHei"/>
                <a:cs typeface="Microsoft YaHei"/>
              </a:rPr>
              <a:t>Encoder–Decoder：先读懂，再生成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0603D6-D5CF-4503-B524-0724087A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704975"/>
            <a:ext cx="6934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76F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6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6F82"/>
                </a:solidFill>
                <a:latin typeface="Microsoft YaHei"/>
                <a:ea typeface="Microsoft YaHei"/>
                <a:cs typeface="Microsoft YaHei"/>
              </a:rPr>
              <a:t>Decoder-only：把输入和输出接成一条序列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A1215A-617C-4B36-84DE-CC200C5627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c0da89914649f0"/>
          <a:srcRect xmlns:a="http://schemas.openxmlformats.org/drawingml/2006/main" l="0" t="15500" r="0" b="15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" y="2266950"/>
            <a:ext cx="14287500" cy="32861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9C8DB3-9AC3-4FB4-9C17-CEA94870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905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246C9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46C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6C9B"/>
                </a:solidFill>
                <a:latin typeface="Microsoft YaHei"/>
                <a:ea typeface="Microsoft YaHei"/>
                <a:cs typeface="Microsoft YaHei"/>
              </a:rPr>
              <a:t>类比：阅读员整理资料，写作者据此作答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DB810F-2965-4EAA-8926-29EE7E5AE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514975"/>
            <a:ext cx="6905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76F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6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6F82"/>
                </a:solidFill>
                <a:latin typeface="Microsoft YaHei"/>
                <a:ea typeface="Microsoft YaHei"/>
                <a:cs typeface="Microsoft YaHei"/>
              </a:rPr>
              <a:t>类比：同一位写作者，读着上下文接着写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64A352-597C-463E-8B58-905F3136D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29325"/>
            <a:ext cx="1409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0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0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3047"/>
                </a:solidFill>
                <a:latin typeface="Microsoft YaHei"/>
                <a:ea typeface="Microsoft YaHei"/>
                <a:cs typeface="Microsoft YaHei"/>
              </a:rPr>
              <a:t>关键变化：去掉独立 Encoder 和交叉注意力，用自注意力读取前文（不看未来）；理解能力仍在。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2F2934-4990-4059-AE72-AE5A8405B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1409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42B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42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2B45"/>
                </a:solidFill>
                <a:latin typeface="Microsoft YaHei"/>
                <a:ea typeface="Microsoft YaHei"/>
                <a:cs typeface="Microsoft YaHei"/>
              </a:rPr>
              <a:t>为什么通用生成模型更多采用 Decoder-only？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FFFE95-2F62-4947-B534-07D4297E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53275"/>
            <a:ext cx="443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76F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6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6F82"/>
                </a:solidFill>
                <a:latin typeface="Microsoft YaHei"/>
                <a:ea typeface="Microsoft YaHei"/>
                <a:cs typeface="Microsoft YaHei"/>
              </a:rPr>
              <a:t>海量文本就能训练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AB3224-DCD9-40ED-AA55-21097A1C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81900"/>
            <a:ext cx="4438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0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0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047"/>
                </a:solidFill>
                <a:latin typeface="Microsoft YaHei"/>
                <a:ea typeface="Microsoft YaHei"/>
                <a:cs typeface="Microsoft YaHei"/>
              </a:rPr>
              <a:t>用“预测下一个词”学习，</a:t>
            </a:r>
          </a:p>
          <a:p xmlns:a="http://schemas.openxmlformats.org/drawingml/2006/main">
            <a:pPr>
              <a:defRPr sz="1725" b="0">
                <a:solidFill>
                  <a:srgbClr val="20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047"/>
                </a:solidFill>
                <a:latin typeface="Microsoft YaHei"/>
                <a:ea typeface="Microsoft YaHei"/>
                <a:cs typeface="Microsoft YaHei"/>
              </a:rPr>
              <a:t>不必逐条人工标注输入与答案。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4C371C-1F5E-4836-B5AA-29418A2D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7153275"/>
            <a:ext cx="443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76F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6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6F82"/>
                </a:solidFill>
                <a:latin typeface="Microsoft YaHei"/>
                <a:ea typeface="Microsoft YaHei"/>
                <a:cs typeface="Microsoft YaHei"/>
              </a:rPr>
              <a:t>多种任务统一成续写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D83101-0BA3-4AC8-BE4A-4957F5295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7581900"/>
            <a:ext cx="4438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0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0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047"/>
                </a:solidFill>
                <a:latin typeface="Microsoft YaHei"/>
                <a:ea typeface="Microsoft YaHei"/>
                <a:cs typeface="Microsoft YaHei"/>
              </a:rPr>
              <a:t>问答、翻译、写代码，</a:t>
            </a:r>
          </a:p>
          <a:p xmlns:a="http://schemas.openxmlformats.org/drawingml/2006/main">
            <a:pPr>
              <a:defRPr sz="1725" b="0">
                <a:solidFill>
                  <a:srgbClr val="20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047"/>
                </a:solidFill>
                <a:latin typeface="Microsoft YaHei"/>
                <a:ea typeface="Microsoft YaHei"/>
                <a:cs typeface="Microsoft YaHei"/>
              </a:rPr>
              <a:t>都可表达为“提示词 + 回答”。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B5D1FB-6DF6-4375-A423-B88D53852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7153275"/>
            <a:ext cx="443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76F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6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6F82"/>
                </a:solidFill>
                <a:latin typeface="Microsoft YaHei"/>
                <a:ea typeface="Microsoft YaHei"/>
                <a:cs typeface="Microsoft YaHei"/>
              </a:rPr>
              <a:t>统一结构便于规模化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DD01FF-AD53-421D-8513-3BFD138D1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7581900"/>
            <a:ext cx="4438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0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0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047"/>
                </a:solidFill>
                <a:latin typeface="Microsoft YaHei"/>
                <a:ea typeface="Microsoft YaHei"/>
                <a:cs typeface="Microsoft YaHei"/>
              </a:rPr>
              <a:t>同一套网络与训练目标，</a:t>
            </a:r>
          </a:p>
          <a:p xmlns:a="http://schemas.openxmlformats.org/drawingml/2006/main">
            <a:pPr>
              <a:defRPr sz="1725" b="0">
                <a:solidFill>
                  <a:srgbClr val="20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047"/>
                </a:solidFill>
                <a:latin typeface="Microsoft YaHei"/>
                <a:ea typeface="Microsoft YaHei"/>
                <a:cs typeface="Microsoft YaHei"/>
              </a:rPr>
              <a:t>便于统一训练、推理和优化。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42F43A-7883-47A3-ACCC-6BCC221B2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77225"/>
            <a:ext cx="1409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577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577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78A"/>
                </a:solidFill>
                <a:latin typeface="Microsoft YaHei"/>
                <a:ea typeface="Microsoft YaHei"/>
                <a:cs typeface="Microsoft YaHei"/>
              </a:rPr>
              <a:t>此处对比两类 Transformer。演进反映任务与训练方式的变化，并非全面替代；Encoder–Decoder 仍适合翻译等输入到输出任务。</a:t>
            </a:r>
          </a:p>
        </p:txBody>
      </p:sp>
    </p:spTree>
    <p:extLst>
      <p:ext uri="{BB962C8B-B14F-4D97-AF65-F5344CB8AC3E}">
        <p14:creationId xmlns:p14="http://schemas.microsoft.com/office/powerpoint/2010/main" val="5884247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2026-10-14T03:31:21.1610000Z</dcterms:created>
  <dcterms:modified xsi:type="dcterms:W3CDTF">2026-10-14T03:31:21.1610000Z</dcterms:modified>
</coreProperties>
</file>